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students to this presentation on descriptive statistics and probability distributions. We will move from foundational concepts like the mean and median through measures of spread, skewness, and into key probability distributions including the normal, binomial, and Poisson. Python will be used throughout to reinforce practical computation and interpretation.</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Central tendency describes where data clusters. The mean is calculated by summing all values and dividing by the count of observations — it is sensitive to extreme values. The median, the middle value when data is sorted, is more robust to outliers. Comparing the two reveals symmetry or skew. In Python, NumPy's np.mean() and np.median() or the statistics module make these computations straightforward. Always interpret these values in the context of what the data represents — for example, median household income is often preferred over mean because extreme incomes can distort the mean.</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Knowing only the center of a dataset is insufficient — two datasets can have identical means but very different spreads. Variance is computed by finding each value's squared deviation from the mean and averaging those squared differences. Because it is in squared units, it can be hard to interpret directly. Standard deviation, the square root of variance, returns the measure to the original units and is far more intuitive. When calculating by hand, subtract the mean from each value, square the result, sum them, and divide by n (population) or n-1 (sample). Always interpret these statistics relative to the scale of your data and the research question at hand. NumPy's np.var() and np.std() handle this computationally with a single function call.</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Skewness quantifies how asymmetric a distribution is relative to its mean. In a positively skewed distribution, the bulk of data concentrates on the left with a long tail to the right — income distributions are a common example. In a negatively skewed distribution, the tail extends left. Skewness directly impacts which central tendency measure to report: in skewed distributions, the median is generally more representative than the mean. Python's scipy.stats.skew() or pandas' .skew() method computes skewness numerically. Histograms plotted with matplotlib or seaborn allow students to visually confirm the skewness direction. Always pair numerical skewness values with a visual for clearer communication.</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probability distribution is a mathematical function assigning probabilities to each possible value of a random variable. Discrete distributions, like the binomial or Poisson, apply to countable outcomes such as the number of defects. Continuous distributions, like the normal, apply to measurements that can take any value within a range. Distributions serve as abstractions that capture real-world variability — they help us model phenomena like test scores, wait times, or product lifetimes. Each distribution is defined by parameters: for example, the normal distribution is defined by its mean and standard deviation. Critically, distributions form the theoretical foundation of inferential statistics, enabling us to test hypotheses and construct confidence intervals.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normal distribution is one of the most important distributions in statistics due to its mathematical properties and widespread applicability. It is fully defined by two parameters: the mean, which determines where the curve is centered, and the standard deviation, which determines how wide or narrow the bell shape is. The empirical rule is a critical heuristic: approximately 68% of data falls within one standard deviation of the mean, 95% within two, and 99.7% within three. In Python, matplotlib and scipy can be used together to visualize the curve, and students should explore how shifting μ moves the curve horizontally while changing σ compresses or stretches it. scipy.stats.norm.cdf() and .ppf() allow calculation of cumulative probabilities and inverse probabilities, respectively.</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binomial distribution is applied when we count the number of successes across a fixed number of trials. The four conditions that must be satisfied are: a fixed number of trials (n), exactly two possible outcomes per trial (success or failure), a constant probability of success (p), and independence between trials. The probability mass function calculates the likelihood of observing exactly k successes. The mean of the binomial is simply n times p, and the variance is n times p times (1 minus p), making characterization very easy. Python's scipy.stats.binom.pmf() gives the probability of an exact outcome, while binom.cdf() gives cumulative probabilities. Practical applications include quality control, survey response modeling, and medical trial outcomes.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Poisson distribution models the number of times an event occurs within a fixed interval, such as customer arrivals per hour or website errors per day, given that events occur independently and at a constant average rate λ (lambda). The PMF formula uses the exponential constant e and the factorial of k. A distinctive and elegant property of the Poisson distribution is that both its mean and variance equal λ — this makes it easy to characterize. Students can visualize how increasing λ shifts the distribution rightward and makes it more symmetric using bar charts of the PMF. scipy.stats.poisson.pmf() and .cdf() handle computation efficiently. When interpreting results, go beyond the number — for instance, if P(X ≥ 5) = 0.03 for server crashes per day, communicate that such an event is unlikely but not impossible, informing operational planning.</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presentation covered the essential building blocks of descriptive statistics and probability distributions. We began with measures of central tendency — the mean and median — and learned how to compute and interpret them in context. We then explored variance and standard deviation as tools for quantifying spread, followed by skewness as a measure of distributional asymmetry. We introduced the concept of probability distributions, distinguishing discrete from continuous types, and examined three fundamental distributions: the normal, binomial, and Poisson. Throughout, Python was used as a practical tool for computation and visualization. Mastering these concepts provides a strong foundation for inferential statistics, data modeling, and applied data analysis in any field.</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Probability Distributions</a:t>
            </a:r>
          </a:p>
        </p:txBody>
      </p:sp>
      <p:sp>
        <p:nvSpPr>
          <p:cNvPr id="3" name="Content Placeholder 2"/>
          <p:cNvSpPr>
            <a:spLocks noGrp="1"/>
          </p:cNvSpPr>
          <p:nvPr>
            <p:ph idx="1"/>
          </p:nvPr>
        </p:nvSpPr>
        <p:spPr/>
        <p:txBody>
          <a:bodyPr/>
          <a:lstStyle/>
          <a:p>
            <a:pPr algn="ctr">
              <a:buNone/>
            </a:pPr>
            <a:r>
              <a:rPr lang="en-US" dirty="0"/>
              <a:t>A comprehensive introduction to summarizing data and modeling uncertainty using statistical methods and Python.</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Central Tendency</a:t>
            </a:r>
          </a:p>
        </p:txBody>
      </p:sp>
      <p:sp>
        <p:nvSpPr>
          <p:cNvPr id="3" name="Content Placeholder 2"/>
          <p:cNvSpPr>
            <a:spLocks noGrp="1"/>
          </p:cNvSpPr>
          <p:nvPr>
            <p:ph idx="1"/>
          </p:nvPr>
        </p:nvSpPr>
        <p:spPr/>
        <p:txBody>
          <a:bodyPr/>
          <a:lstStyle/>
          <a:p>
            <a:r>
              <a:rPr lang="en-US" dirty="0"/>
              <a:t>The mean is the arithmetic average of all data values.</a:t>
            </a:r>
          </a:p>
          <a:p>
            <a:r>
              <a:rPr lang="en-US" dirty="0"/>
              <a:t>The median is the middle value in an ordered dataset.</a:t>
            </a:r>
          </a:p>
          <a:p>
            <a:r>
              <a:rPr lang="en-US" dirty="0"/>
              <a:t>Mean and median together reveal distributional shape and symmetry.</a:t>
            </a:r>
          </a:p>
          <a:p>
            <a:r>
              <a:rPr lang="en-US" dirty="0"/>
              <a:t>Python libraries compute both measures quickly and accurately.</a:t>
            </a:r>
          </a:p>
          <a:p>
            <a:r>
              <a:rPr lang="en-US" dirty="0"/>
              <a:t>Context determines which measure best represents the data.</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Spread and Variability</a:t>
            </a:r>
          </a:p>
        </p:txBody>
      </p:sp>
      <p:sp>
        <p:nvSpPr>
          <p:cNvPr id="3" name="Content Placeholder 2"/>
          <p:cNvSpPr>
            <a:spLocks noGrp="1"/>
          </p:cNvSpPr>
          <p:nvPr>
            <p:ph idx="1"/>
          </p:nvPr>
        </p:nvSpPr>
        <p:spPr/>
        <p:txBody>
          <a:bodyPr/>
          <a:lstStyle/>
          <a:p>
            <a:r>
              <a:rPr lang="en-US" dirty="0"/>
              <a:t>Spread quantifies how dispersed data values are from the center.</a:t>
            </a:r>
          </a:p>
          <a:p>
            <a:r>
              <a:rPr lang="en-US" dirty="0"/>
              <a:t>Variance averages the squared differences from the mean.</a:t>
            </a:r>
          </a:p>
          <a:p>
            <a:r>
              <a:rPr lang="en-US" dirty="0"/>
              <a:t>Standard deviation returns spread to the original data units.</a:t>
            </a:r>
          </a:p>
          <a:p>
            <a:r>
              <a:rPr lang="en-US" dirty="0"/>
              <a:t>Step-by-step calculation reinforces understanding and accuracy.</a:t>
            </a:r>
          </a:p>
          <a:p>
            <a:r>
              <a:rPr lang="en-US" dirty="0"/>
              <a:t>Python's NumPy computes variance and standard deviation efficiently.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Skewness and Distribution Shape</a:t>
            </a:r>
          </a:p>
        </p:txBody>
      </p:sp>
      <p:sp>
        <p:nvSpPr>
          <p:cNvPr id="3" name="Content Placeholder 2"/>
          <p:cNvSpPr>
            <a:spLocks noGrp="1"/>
          </p:cNvSpPr>
          <p:nvPr>
            <p:ph idx="1"/>
          </p:nvPr>
        </p:nvSpPr>
        <p:spPr/>
        <p:txBody>
          <a:bodyPr/>
          <a:lstStyle/>
          <a:p>
            <a:r>
              <a:rPr lang="en-US" dirty="0"/>
              <a:t>Skewness measures the degree and direction of distributional asymmetry.</a:t>
            </a:r>
          </a:p>
          <a:p>
            <a:r>
              <a:rPr lang="en-US" dirty="0"/>
              <a:t>Positive skew: tail extends toward higher values on the right.</a:t>
            </a:r>
          </a:p>
          <a:p>
            <a:r>
              <a:rPr lang="en-US" dirty="0"/>
              <a:t>Negative skew: tail extends toward lower values on the left.</a:t>
            </a:r>
          </a:p>
          <a:p>
            <a:r>
              <a:rPr lang="en-US" dirty="0"/>
              <a:t>Skewness determines whether mean or median is more representative.</a:t>
            </a:r>
          </a:p>
          <a:p>
            <a:r>
              <a:rPr lang="en-US" dirty="0"/>
              <a:t>Histograms and density plots visually reveal distributional shape.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Probability Distributions</a:t>
            </a:r>
          </a:p>
        </p:txBody>
      </p:sp>
      <p:sp>
        <p:nvSpPr>
          <p:cNvPr id="3" name="Content Placeholder 2"/>
          <p:cNvSpPr>
            <a:spLocks noGrp="1"/>
          </p:cNvSpPr>
          <p:nvPr>
            <p:ph idx="1"/>
          </p:nvPr>
        </p:nvSpPr>
        <p:spPr/>
        <p:txBody>
          <a:bodyPr/>
          <a:lstStyle/>
          <a:p>
            <a:r>
              <a:rPr lang="en-US" dirty="0"/>
              <a:t>A probability distribution describes likelihoods of all possible outcomes.</a:t>
            </a:r>
          </a:p>
          <a:p>
            <a:r>
              <a:rPr lang="en-US" dirty="0"/>
              <a:t>Discrete distributions model countable outcomes; continuous model ranges.</a:t>
            </a:r>
          </a:p>
          <a:p>
            <a:r>
              <a:rPr lang="en-US" dirty="0"/>
              <a:t>Distributions model real-world variability and patterns mathematically.</a:t>
            </a:r>
          </a:p>
          <a:p>
            <a:r>
              <a:rPr lang="en-US" dirty="0"/>
              <a:t>Parameters like mean and variance define a distribution's shape.</a:t>
            </a:r>
          </a:p>
          <a:p>
            <a:r>
              <a:rPr lang="en-US" dirty="0"/>
              <a:t>Distributions underpin hypothesis testing and confidence intervals.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Normal Distribution</a:t>
            </a:r>
          </a:p>
        </p:txBody>
      </p:sp>
      <p:sp>
        <p:nvSpPr>
          <p:cNvPr id="3" name="Content Placeholder 2"/>
          <p:cNvSpPr>
            <a:spLocks noGrp="1"/>
          </p:cNvSpPr>
          <p:nvPr>
            <p:ph idx="1"/>
          </p:nvPr>
        </p:nvSpPr>
        <p:spPr/>
        <p:txBody>
          <a:bodyPr/>
          <a:lstStyle/>
          <a:p>
            <a:r>
              <a:rPr lang="en-US" dirty="0"/>
              <a:t>The normal distribution is symmetric and bell-shaped around the mean.</a:t>
            </a:r>
          </a:p>
          <a:p>
            <a:r>
              <a:rPr lang="en-US" dirty="0"/>
              <a:t>Mean (μ) sets the center; standard deviation (σ) controls spread.</a:t>
            </a:r>
          </a:p>
          <a:p>
            <a:r>
              <a:rPr lang="en-US" dirty="0"/>
              <a:t>The empirical rule: 68%, 95%, 99.7% within 1, 2, 3 standard deviations.</a:t>
            </a:r>
          </a:p>
          <a:p>
            <a:r>
              <a:rPr lang="en-US" dirty="0"/>
              <a:t>Python visualizes how changing μ and σ reshapes the curve.</a:t>
            </a:r>
          </a:p>
          <a:p>
            <a:r>
              <a:rPr lang="en-US" dirty="0"/>
              <a:t>scipy.stats.norm computes exact probabilities and percentiles.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Binomial Distribution</a:t>
            </a:r>
          </a:p>
        </p:txBody>
      </p:sp>
      <p:sp>
        <p:nvSpPr>
          <p:cNvPr id="3" name="Content Placeholder 2"/>
          <p:cNvSpPr>
            <a:spLocks noGrp="1"/>
          </p:cNvSpPr>
          <p:nvPr>
            <p:ph idx="1"/>
          </p:nvPr>
        </p:nvSpPr>
        <p:spPr/>
        <p:txBody>
          <a:bodyPr/>
          <a:lstStyle/>
          <a:p>
            <a:r>
              <a:rPr lang="en-US" dirty="0"/>
              <a:t>Binomial models successes in a fixed number of independent trials.</a:t>
            </a:r>
          </a:p>
          <a:p>
            <a:r>
              <a:rPr lang="en-US" dirty="0"/>
              <a:t>Four conditions: fixed n, binary outcome, constant p, independence.</a:t>
            </a:r>
          </a:p>
          <a:p>
            <a:r>
              <a:rPr lang="en-US" dirty="0"/>
              <a:t>PMF formula: P(X=k) = C(n,k) × p^k × (1−p)^(n−k).</a:t>
            </a:r>
          </a:p>
          <a:p>
            <a:r>
              <a:rPr lang="en-US" dirty="0"/>
              <a:t>Mean = np; Variance = np(1−p) — simple closed-form expressions.</a:t>
            </a:r>
          </a:p>
          <a:p>
            <a:r>
              <a:rPr lang="en-US" dirty="0"/>
              <a:t>scipy.stats.binom computes individual and cumulative probabilities.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Poisson Distribution</a:t>
            </a:r>
          </a:p>
        </p:txBody>
      </p:sp>
      <p:sp>
        <p:nvSpPr>
          <p:cNvPr id="3" name="Content Placeholder 2"/>
          <p:cNvSpPr>
            <a:spLocks noGrp="1"/>
          </p:cNvSpPr>
          <p:nvPr>
            <p:ph idx="1"/>
          </p:nvPr>
        </p:nvSpPr>
        <p:spPr/>
        <p:txBody>
          <a:bodyPr/>
          <a:lstStyle/>
          <a:p>
            <a:r>
              <a:rPr lang="en-US" dirty="0"/>
              <a:t>Poisson models event counts in a fixed interval of time or space.</a:t>
            </a:r>
          </a:p>
          <a:p>
            <a:r>
              <a:rPr lang="en-US" dirty="0"/>
              <a:t>PMF: P(X=k) = (λ^k × e^−λ) / k!, where λ is the average rate.</a:t>
            </a:r>
          </a:p>
          <a:p>
            <a:r>
              <a:rPr lang="en-US" dirty="0"/>
              <a:t>Mean and variance are both equal to λ — a key property.</a:t>
            </a:r>
          </a:p>
          <a:p>
            <a:r>
              <a:rPr lang="en-US" dirty="0"/>
              <a:t>scipy.stats.poisson computes Poisson probabilities without manual calculation.</a:t>
            </a:r>
          </a:p>
          <a:p>
            <a:r>
              <a:rPr lang="en-US" dirty="0"/>
              <a:t>Interpret results by translating probabilities into actionable insights.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Mean and median summarize a dataset's center differently.</a:t>
            </a:r>
          </a:p>
          <a:p>
            <a:r>
              <a:rPr lang="en-US" dirty="0"/>
              <a:t>Variance and standard deviation measure data spread around the mean.</a:t>
            </a:r>
          </a:p>
          <a:p>
            <a:r>
              <a:rPr lang="en-US" dirty="0"/>
              <a:t>Skewness reveals asymmetry and guides choice of central tendency measure.</a:t>
            </a:r>
          </a:p>
          <a:p>
            <a:r>
              <a:rPr lang="en-US" dirty="0"/>
              <a:t>Probability distributions model real-world outcomes and underpin inference.</a:t>
            </a:r>
          </a:p>
          <a:p>
            <a:r>
              <a:rPr lang="en-US" dirty="0"/>
              <a:t>Python enables efficient computation and visualization across all topics.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9</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Descriptive Statistics and Probability Distributions</dc:title>
  <dc:creator>PreseMaker</dc:creator>
  <cp:lastModifiedBy>PreseMaker</cp:lastModifiedBy>
  <dcterms:created xsi:type="dcterms:W3CDTF">2026-07-03T18:03:27Z</dcterms:created>
  <dcterms:modified xsi:type="dcterms:W3CDTF">2026-07-03T18:03:27Z</dcterms:modified>
</cp:coreProperties>
</file>
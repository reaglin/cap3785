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students to the course. This presentation covers the essential Python skills needed to set up a working analytics environment, understand core data types, write control logic, build functions, handle files, and construct complete data analysis scripts. By the end, students will have the practical foundation needed to tackle real-world data problems using Python.</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Before writing any code, students need a properly configured environment. Start by downloading and installing Python from python.org. Once installed, pip — Python's package manager — can install libraries like NumPy and pandas with a single command. Virtual environments (created with 'python -m venv') isolate dependencies so different projects don't conflict. A good IDE like VS Code or PyCharm provides syntax highlighting, debugging tools, and terminal access. Jupyter Notebook is especially popular in analytics because it allows students to write and run code in cells and see output inline in the browser.</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After setup, it is critical to verify the environment by running a simple test script. The script should import key libraries such as pandas, NumPy, and matplotlib and print a confirmation message. If an ImportError appears, students should use pip to reinstall the missing library. This verification step prevents frustrating errors later and ensures every student begins coding on a stable foundation. Encourage students to troubleshoot errors methodically by reading the error message carefully.</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Python offers several built-in data types that are fundamental to analytics. Integers (int) store whole numbers; floats store decimals — both are essential for quantitative calculations. Strings hold textual data such as column names, categories, or identifiers. Lists allow you to store multiple items and change them over time, making them versatile for data collections. Tuples behave like lists but cannot be modified after creation — useful when data should remain constant. Dictionaries map keys to values and enable fast, named access to structured records, similar to a row in a dataset.</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Selecting the right data structure is a critical skill in analytics programming. Lists are best when you need to add, remove, or reorder items. Tuples are preferred when data integrity matters — for example, storing coordinate pairs or configuration values. Dictionaries excel when you need to look up values by a meaningful key, such as accessing a student's grade by name. Remind students that choosing the wrong structure can lead to bugs or inefficient code, especially when working with large datasets.</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Control structures determine how a Python program flows. Conditional statements use if, elif, and else to execute different code paths based on whether a condition is true. Logical operators (and, or, not) let you combine multiple conditions in a single expression. Comparison operators like ==, !=, &gt;, and &lt; evaluate relationships between values and return Boolean results. The for loop is the workhorse of data processing — it steps through each element in a list or other iterable. The while loop is used when the number of iterations is unknown, repeating as long as a condition remains True.</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Python provides three loop control statements that offer finer execution control. break immediately terminates the loop — useful when a target value is found. continue skips the rest of the current iteration and proceeds to the next one — helpful for skipping invalid records. pass is a null operation used as a placeholder when a code block is syntactically required but no action is needed yet. Nesting a loop inside another loop allows processing of multi-dimensional data such as a list of lists. Placing conditionals inside loops enables row-level filtering logic in data scripts.</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Functions are reusable blocks of code defined with the def keyword. The function name should be descriptive of its task. Parameters listed in the function signature act as placeholders, and arguments are the values passed when the function is called. The return statement allows the function to output a value for use elsewhere in the script — without it, the function returns None. Calling a function is as simple as writing its name followed by parentheses and any arguments. Docstrings — written as triple-quoted strings directly below the def line — are a professional practice that helps others (and your future self) understand the function's behavior.</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Good function design is a hallmark of professional Python programming. Modular functions — each responsible for one specific task — make scripts easier to read, debug, and extend. Variable scope is an important concept: variables declared inside a function are local, meaning they exist only within that function and do not interfere with variables in the broader script. This isolation prevents unintended side effects. Encourage students to think of each function as a mini-program with a clear input and output. Reusing functions rather than repeating code blocks also reduces errors and makes future updates simpler.</a:t>
            </a:r>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File I/O is how Python scripts interact with real-world datasets. The built-in open() function opens a file in a specified mode: 'r' for reading, 'w' for writing, and 'a' for appending. Using a with statement ensures the file is properly closed even if an error occurs. Python offers read(), readline(), and readlines() for reading file contents with varying levels of granularity. Writing processed data back to a file allows you to save results and share outputs. The csv module handles the complexities of comma-separated files — such as quoted fields — automatically. Understanding file paths (relative vs. absolute) is essential for locating data stored in different directories.</a:t>
            </a:r>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Raw data files are rarely perfect. When reading files, students should apply data cleaning logic immediately — for example, using int() or float() to convert numeric strings, and conditional checks to handle empty or malformed fields. Stripping extra whitespace with .strip() prevents subtle comparison errors. Integrating cleaning into the file-reading loop means data arrives in a usable state before any analysis begins. This proactive approach reduces bugs during processing and ensures that summary statistics and outputs are based on consistent, well-formed data.</a:t>
            </a:r>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 complete data analysis script follows a predictable, professional structure. Begin with import statements, then load data from external files, process it using loops and conditionals, apply functions for calculations, and finish with formatted output. Reading data from CSV files using the csv module or open() makes real-world datasets available for analysis. Loops with conditionals enable row-by-row filtering and transformation. Custom functions that compute summary statistics — such as average() or total_sales() — make the script modular and reproducible. Correct use of data types (e.g., ensuring numeric fields are stored as floats, not strings) is essential for accurate calculations.</a:t>
            </a:r>
          </a:p>
        </p:txBody>
      </p:sp>
    </p:spTree>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final step of any analysis script is presenting the results clearly. Using print() with descriptive labels helps readers interpret console output. F-strings (f'Average: {avg:.2f}') allow formatted, readable output that looks professional. Writing results to an output file — such as a summary CSV or text report — makes them shareable and reusable. Remind students that the output is what stakeholders see; clean, well-labeled results communicate competence and clarity. Encourage them to think about their audience when designing output formats.</a:t>
            </a:r>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Bringing all concepts together into a single end-to-end script is the capstone skill of this course. Students should be able to: configure their environment, import libraries, read a CSV dataset, clean and validate the data during loading, iterate over records with loops, apply conditionals for filtering, call custom functions to compute statistics, and print or write the results clearly. Practicing this full workflow builds both technical competence and the habits of professional data analysts. Encourage students to build a personal script template they can reuse across future projects.</a:t>
            </a:r>
          </a:p>
        </p:txBody>
      </p:sp>
    </p:spTree>
  </p:cSld>
  <p:clrMapOvr>
    <a:masterClrMapping/>
  </p:clrMapOvr>
</p:notes>
</file>

<file path=ppt/notesSlides/notesSlide1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This slide summarizes the five major topic areas covered in the course. Students should leave with a clear understanding of how to set up Python and Jupyter, work with core data types and structures, apply control logic and functions, read and write data files, and assemble complete analysis scripts. These foundational skills form the basis for all advanced analytics work — including data visualization, statistical analysis, and machine learning. Encourage students to practice by building their own scripts using real datasets. The best way to reinforce these concepts is through consistent, hands-on coding.</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Python Basics for Data Analysis</a:t>
            </a:r>
          </a:p>
        </p:txBody>
      </p:sp>
      <p:sp>
        <p:nvSpPr>
          <p:cNvPr id="3" name="Content Placeholder 2"/>
          <p:cNvSpPr>
            <a:spLocks noGrp="1"/>
          </p:cNvSpPr>
          <p:nvPr>
            <p:ph idx="1"/>
          </p:nvPr>
        </p:nvSpPr>
        <p:spPr/>
        <p:txBody>
          <a:bodyPr/>
          <a:lstStyle/>
          <a:p>
            <a:pPr algn="ctr">
              <a:buNone/>
            </a:pPr>
            <a:r>
              <a:rPr lang="en-US" dirty="0"/>
              <a:t>A foundational course in Python programming for college-level data analytics students.</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Up the Analytics Environment</a:t>
            </a:r>
          </a:p>
        </p:txBody>
      </p:sp>
      <p:sp>
        <p:nvSpPr>
          <p:cNvPr id="3" name="Content Placeholder 2"/>
          <p:cNvSpPr>
            <a:spLocks noGrp="1"/>
          </p:cNvSpPr>
          <p:nvPr>
            <p:ph idx="1"/>
          </p:nvPr>
        </p:nvSpPr>
        <p:spPr/>
        <p:txBody>
          <a:bodyPr/>
          <a:lstStyle/>
          <a:p>
            <a:r>
              <a:rPr lang="en-US" dirty="0"/>
              <a:t>Install Python from python.org as the first step.</a:t>
            </a:r>
          </a:p>
          <a:p>
            <a:r>
              <a:rPr lang="en-US" dirty="0"/>
              <a:t>Use pip to install essential analytics libraries quickly.</a:t>
            </a:r>
          </a:p>
          <a:p>
            <a:r>
              <a:rPr lang="en-US" dirty="0"/>
              <a:t>Create virtual environments to isolate project dependencies.</a:t>
            </a:r>
          </a:p>
          <a:p>
            <a:r>
              <a:rPr lang="en-US" dirty="0"/>
              <a:t>Choose a code editor or IDE such as VS Code.</a:t>
            </a:r>
          </a:p>
          <a:p>
            <a:r>
              <a:rPr lang="en-US" dirty="0"/>
              <a:t>Install and launch Jupyter Notebook for interactive coding.</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Verifying Your Environment</a:t>
            </a:r>
          </a:p>
        </p:txBody>
      </p:sp>
      <p:sp>
        <p:nvSpPr>
          <p:cNvPr id="3" name="Content Placeholder 2"/>
          <p:cNvSpPr>
            <a:spLocks noGrp="1"/>
          </p:cNvSpPr>
          <p:nvPr>
            <p:ph idx="1"/>
          </p:nvPr>
        </p:nvSpPr>
        <p:spPr/>
        <p:txBody>
          <a:bodyPr/>
          <a:lstStyle/>
          <a:p>
            <a:r>
              <a:rPr lang="en-US" dirty="0"/>
              <a:t>Run a test script to confirm all libraries are installed.</a:t>
            </a:r>
          </a:p>
          <a:p>
            <a:r>
              <a:rPr lang="en-US" dirty="0"/>
              <a:t>Import pandas, NumPy, and matplotlib to check availability.</a:t>
            </a:r>
          </a:p>
          <a:p>
            <a:r>
              <a:rPr lang="en-US" dirty="0"/>
              <a:t>Resolve errors before moving on to writing scripts.</a:t>
            </a:r>
          </a:p>
          <a:p>
            <a:r>
              <a:rPr lang="en-US" dirty="0"/>
              <a:t>A passing test script means your environment is ready.</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Python Data Types and Structures</a:t>
            </a:r>
          </a:p>
        </p:txBody>
      </p:sp>
      <p:sp>
        <p:nvSpPr>
          <p:cNvPr id="3" name="Content Placeholder 2"/>
          <p:cNvSpPr>
            <a:spLocks noGrp="1"/>
          </p:cNvSpPr>
          <p:nvPr>
            <p:ph idx="1"/>
          </p:nvPr>
        </p:nvSpPr>
        <p:spPr/>
        <p:txBody>
          <a:bodyPr/>
          <a:lstStyle/>
          <a:p>
            <a:r>
              <a:rPr lang="en-US" dirty="0"/>
              <a:t>Integers and floats store whole and decimal numeric values.</a:t>
            </a:r>
          </a:p>
          <a:p>
            <a:r>
              <a:rPr lang="en-US" dirty="0"/>
              <a:t>Strings represent text data like labels and categories.</a:t>
            </a:r>
          </a:p>
          <a:p>
            <a:r>
              <a:rPr lang="en-US" dirty="0"/>
              <a:t>Lists are ordered, mutable collections of mixed data types.</a:t>
            </a:r>
          </a:p>
          <a:p>
            <a:r>
              <a:rPr lang="en-US" dirty="0"/>
              <a:t>Tuples are ordered and immutable — ideal for fixed data.</a:t>
            </a:r>
          </a:p>
          <a:p>
            <a:r>
              <a:rPr lang="en-US" dirty="0"/>
              <a:t>Dictionaries store key-value pairs for fast structured lookups.</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Choosing the Right Data Structure</a:t>
            </a:r>
          </a:p>
        </p:txBody>
      </p:sp>
      <p:sp>
        <p:nvSpPr>
          <p:cNvPr id="3" name="Content Placeholder 2"/>
          <p:cNvSpPr>
            <a:spLocks noGrp="1"/>
          </p:cNvSpPr>
          <p:nvPr>
            <p:ph idx="1"/>
          </p:nvPr>
        </p:nvSpPr>
        <p:spPr/>
        <p:txBody>
          <a:bodyPr/>
          <a:lstStyle/>
          <a:p>
            <a:r>
              <a:rPr lang="en-US" dirty="0"/>
              <a:t>Choose lists for ordered, changeable collections of records.</a:t>
            </a:r>
          </a:p>
          <a:p>
            <a:r>
              <a:rPr lang="en-US" dirty="0"/>
              <a:t>Use tuples for fixed sequences that should not change.</a:t>
            </a:r>
          </a:p>
          <a:p>
            <a:r>
              <a:rPr lang="en-US" dirty="0"/>
              <a:t>Use dictionaries when data requires named key-value access.</a:t>
            </a:r>
          </a:p>
          <a:p>
            <a:r>
              <a:rPr lang="en-US" dirty="0"/>
              <a:t>Match data structure to the operation for best performance.</a:t>
            </a:r>
          </a:p>
          <a:p>
            <a:r>
              <a:rPr lang="en-US" dirty="0"/>
              <a:t>Poor structure choices cause errors and slow down scripts.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 Structures and Logic</a:t>
            </a:r>
          </a:p>
        </p:txBody>
      </p:sp>
      <p:sp>
        <p:nvSpPr>
          <p:cNvPr id="3" name="Content Placeholder 2"/>
          <p:cNvSpPr>
            <a:spLocks noGrp="1"/>
          </p:cNvSpPr>
          <p:nvPr>
            <p:ph idx="1"/>
          </p:nvPr>
        </p:nvSpPr>
        <p:spPr/>
        <p:txBody>
          <a:bodyPr/>
          <a:lstStyle/>
          <a:p>
            <a:r>
              <a:rPr lang="en-US" dirty="0"/>
              <a:t>Use if, elif, and else to direct program decision-making.</a:t>
            </a:r>
          </a:p>
          <a:p>
            <a:r>
              <a:rPr lang="en-US" dirty="0"/>
              <a:t>Logical operators (and, or, not) combine Boolean conditions.</a:t>
            </a:r>
          </a:p>
          <a:p>
            <a:r>
              <a:rPr lang="en-US" dirty="0"/>
              <a:t>Comparison operators build conditions that return True or False.</a:t>
            </a:r>
          </a:p>
          <a:p>
            <a:r>
              <a:rPr lang="en-US" dirty="0"/>
              <a:t>for loops iterate over lists, tuples, and other iterables.</a:t>
            </a:r>
          </a:p>
          <a:p>
            <a:r>
              <a:rPr lang="en-US" dirty="0"/>
              <a:t>while loops repeat code until a condition becomes False.</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Loop Control and Nested Logic</a:t>
            </a:r>
          </a:p>
        </p:txBody>
      </p:sp>
      <p:sp>
        <p:nvSpPr>
          <p:cNvPr id="3" name="Content Placeholder 2"/>
          <p:cNvSpPr>
            <a:spLocks noGrp="1"/>
          </p:cNvSpPr>
          <p:nvPr>
            <p:ph idx="1"/>
          </p:nvPr>
        </p:nvSpPr>
        <p:spPr/>
        <p:txBody>
          <a:bodyPr/>
          <a:lstStyle/>
          <a:p>
            <a:r>
              <a:rPr lang="en-US" dirty="0"/>
              <a:t>break exits a loop immediately when a condition is met.</a:t>
            </a:r>
          </a:p>
          <a:p>
            <a:r>
              <a:rPr lang="en-US" dirty="0"/>
              <a:t>continue skips the current iteration and moves to the next.</a:t>
            </a:r>
          </a:p>
          <a:p>
            <a:r>
              <a:rPr lang="en-US" dirty="0"/>
              <a:t>pass is a placeholder that does nothing in a block.</a:t>
            </a:r>
          </a:p>
          <a:p>
            <a:r>
              <a:rPr lang="en-US" dirty="0"/>
              <a:t>Nested loops handle multi-dimensional or hierarchical data.</a:t>
            </a:r>
          </a:p>
          <a:p>
            <a:r>
              <a:rPr lang="en-US" dirty="0"/>
              <a:t>Nested conditionals inside loops enable complex data filtering.</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and Using Functions</a:t>
            </a:r>
          </a:p>
        </p:txBody>
      </p:sp>
      <p:sp>
        <p:nvSpPr>
          <p:cNvPr id="3" name="Content Placeholder 2"/>
          <p:cNvSpPr>
            <a:spLocks noGrp="1"/>
          </p:cNvSpPr>
          <p:nvPr>
            <p:ph idx="1"/>
          </p:nvPr>
        </p:nvSpPr>
        <p:spPr/>
        <p:txBody>
          <a:bodyPr/>
          <a:lstStyle/>
          <a:p>
            <a:r>
              <a:rPr lang="en-US" dirty="0"/>
              <a:t>Define functions using the def keyword and a clear name.</a:t>
            </a:r>
          </a:p>
          <a:p>
            <a:r>
              <a:rPr lang="en-US" dirty="0"/>
              <a:t>Parameters receive input; arguments supply the actual values.</a:t>
            </a:r>
          </a:p>
          <a:p>
            <a:r>
              <a:rPr lang="en-US" dirty="0"/>
              <a:t>The return statement sends computed results back to the caller.</a:t>
            </a:r>
          </a:p>
          <a:p>
            <a:r>
              <a:rPr lang="en-US" dirty="0"/>
              <a:t>Call a function by name with required arguments in parentheses.</a:t>
            </a:r>
          </a:p>
          <a:p>
            <a:r>
              <a:rPr lang="en-US" dirty="0"/>
              <a:t>Docstrings document a function's purpose, inputs, and outputs.</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Organizing Code with Functions</a:t>
            </a:r>
          </a:p>
        </p:txBody>
      </p:sp>
      <p:sp>
        <p:nvSpPr>
          <p:cNvPr id="3" name="Content Placeholder 2"/>
          <p:cNvSpPr>
            <a:spLocks noGrp="1"/>
          </p:cNvSpPr>
          <p:nvPr>
            <p:ph idx="1"/>
          </p:nvPr>
        </p:nvSpPr>
        <p:spPr/>
        <p:txBody>
          <a:bodyPr/>
          <a:lstStyle/>
          <a:p>
            <a:r>
              <a:rPr lang="en-US" dirty="0"/>
              <a:t>Modular functions separate distinct tasks into focused units.</a:t>
            </a:r>
          </a:p>
          <a:p>
            <a:r>
              <a:rPr lang="en-US" dirty="0"/>
              <a:t>Single-purpose functions are easier to test and maintain.</a:t>
            </a:r>
          </a:p>
          <a:p>
            <a:r>
              <a:rPr lang="en-US" dirty="0"/>
              <a:t>Variables inside functions are local and do not affect globals.</a:t>
            </a:r>
          </a:p>
          <a:p>
            <a:r>
              <a:rPr lang="en-US" dirty="0"/>
              <a:t>Reusable functions reduce code duplication across scripts.</a:t>
            </a:r>
          </a:p>
          <a:p>
            <a:r>
              <a:rPr lang="en-US" dirty="0"/>
              <a:t>Well-named functions make scripts self-documenting and clear.</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File Input and Output for Data</a:t>
            </a:r>
          </a:p>
        </p:txBody>
      </p:sp>
      <p:sp>
        <p:nvSpPr>
          <p:cNvPr id="3" name="Content Placeholder 2"/>
          <p:cNvSpPr>
            <a:spLocks noGrp="1"/>
          </p:cNvSpPr>
          <p:nvPr>
            <p:ph idx="1"/>
          </p:nvPr>
        </p:nvSpPr>
        <p:spPr/>
        <p:txBody>
          <a:bodyPr/>
          <a:lstStyle/>
          <a:p>
            <a:r>
              <a:rPr lang="en-US" dirty="0"/>
              <a:t>Use open() to access files; always close them properly.</a:t>
            </a:r>
          </a:p>
          <a:p>
            <a:r>
              <a:rPr lang="en-US" dirty="0"/>
              <a:t>Read file contents with read(), readline(), or readlines().</a:t>
            </a:r>
          </a:p>
          <a:p>
            <a:r>
              <a:rPr lang="en-US" dirty="0"/>
              <a:t>Write results to files using write mode ('w') or append ('a').</a:t>
            </a:r>
          </a:p>
          <a:p>
            <a:r>
              <a:rPr lang="en-US" dirty="0"/>
              <a:t>Python's csv module simplifies reading and writing tabular data.</a:t>
            </a:r>
          </a:p>
          <a:p>
            <a:r>
              <a:rPr lang="en-US" dirty="0"/>
              <a:t>Specify correct file paths — relative or absolute — to locate files.</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Parsing and Cleaning Data from Files</a:t>
            </a:r>
          </a:p>
        </p:txBody>
      </p:sp>
      <p:sp>
        <p:nvSpPr>
          <p:cNvPr id="3" name="Content Placeholder 2"/>
          <p:cNvSpPr>
            <a:spLocks noGrp="1"/>
          </p:cNvSpPr>
          <p:nvPr>
            <p:ph idx="1"/>
          </p:nvPr>
        </p:nvSpPr>
        <p:spPr/>
        <p:txBody>
          <a:bodyPr/>
          <a:lstStyle/>
          <a:p>
            <a:r>
              <a:rPr lang="en-US" dirty="0"/>
              <a:t>Convert string values to int or float during file reading.</a:t>
            </a:r>
          </a:p>
          <a:p>
            <a:r>
              <a:rPr lang="en-US" dirty="0"/>
              <a:t>Handle missing values by detecting and replacing empty fields.</a:t>
            </a:r>
          </a:p>
          <a:p>
            <a:r>
              <a:rPr lang="en-US" dirty="0"/>
              <a:t>Strip whitespace and fix formatting inconsistencies in records.</a:t>
            </a:r>
          </a:p>
          <a:p>
            <a:r>
              <a:rPr lang="en-US" dirty="0"/>
              <a:t>Build cleaning logic into the file-reading step for efficiency.</a:t>
            </a:r>
          </a:p>
          <a:p>
            <a:r>
              <a:rPr lang="en-US" dirty="0"/>
              <a:t>Clean data at load time reduces downstream errors in scripts.</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Foundational Data Analysis Scripts</a:t>
            </a:r>
          </a:p>
        </p:txBody>
      </p:sp>
      <p:sp>
        <p:nvSpPr>
          <p:cNvPr id="3" name="Content Placeholder 2"/>
          <p:cNvSpPr>
            <a:spLocks noGrp="1"/>
          </p:cNvSpPr>
          <p:nvPr>
            <p:ph idx="1"/>
          </p:nvPr>
        </p:nvSpPr>
        <p:spPr/>
        <p:txBody>
          <a:bodyPr/>
          <a:lstStyle/>
          <a:p>
            <a:r>
              <a:rPr lang="en-US" dirty="0"/>
              <a:t>Structure scripts with imports, loading, processing, and output.</a:t>
            </a:r>
          </a:p>
          <a:p>
            <a:r>
              <a:rPr lang="en-US" dirty="0"/>
              <a:t>Read datasets from CSV or text files using file I/O.</a:t>
            </a:r>
          </a:p>
          <a:p>
            <a:r>
              <a:rPr lang="en-US" dirty="0"/>
              <a:t>Apply loops and conditionals to filter and transform records.</a:t>
            </a:r>
          </a:p>
          <a:p>
            <a:r>
              <a:rPr lang="en-US" dirty="0"/>
              <a:t>Define functions to compute totals, averages, and counts.</a:t>
            </a:r>
          </a:p>
          <a:p>
            <a:r>
              <a:rPr lang="en-US" dirty="0"/>
              <a:t>Use correct data types to prevent type mismatch errors.</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Outputting and Presenting Results</a:t>
            </a:r>
          </a:p>
        </p:txBody>
      </p:sp>
      <p:sp>
        <p:nvSpPr>
          <p:cNvPr id="3" name="Content Placeholder 2"/>
          <p:cNvSpPr>
            <a:spLocks noGrp="1"/>
          </p:cNvSpPr>
          <p:nvPr>
            <p:ph idx="1"/>
          </p:nvPr>
        </p:nvSpPr>
        <p:spPr/>
        <p:txBody>
          <a:bodyPr/>
          <a:lstStyle/>
          <a:p>
            <a:r>
              <a:rPr lang="en-US" dirty="0"/>
              <a:t>Print results to the console with clear, labeled formatting.</a:t>
            </a:r>
          </a:p>
          <a:p>
            <a:r>
              <a:rPr lang="en-US" dirty="0"/>
              <a:t>Write summarized output to a file for sharing or review.</a:t>
            </a:r>
          </a:p>
          <a:p>
            <a:r>
              <a:rPr lang="en-US" dirty="0"/>
              <a:t>Format numbers and text for readability using f-strings.</a:t>
            </a:r>
          </a:p>
          <a:p>
            <a:r>
              <a:rPr lang="en-US" dirty="0"/>
              <a:t>Communicate findings clearly — output is the analyst's product.</a:t>
            </a:r>
          </a:p>
          <a:p>
            <a:r>
              <a:rPr lang="en-US" dirty="0"/>
              <a:t>Effective output transforms raw results into actionable insight.</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End-to-End Script Workflow</a:t>
            </a:r>
          </a:p>
        </p:txBody>
      </p:sp>
      <p:sp>
        <p:nvSpPr>
          <p:cNvPr id="3" name="Content Placeholder 2"/>
          <p:cNvSpPr>
            <a:spLocks noGrp="1"/>
          </p:cNvSpPr>
          <p:nvPr>
            <p:ph idx="1"/>
          </p:nvPr>
        </p:nvSpPr>
        <p:spPr/>
        <p:txBody>
          <a:bodyPr/>
          <a:lstStyle/>
          <a:p>
            <a:r>
              <a:rPr lang="en-US" dirty="0"/>
              <a:t>Combine all concepts into one cohesive analysis script.</a:t>
            </a:r>
          </a:p>
          <a:p>
            <a:r>
              <a:rPr lang="en-US" dirty="0"/>
              <a:t>Step 1: Set up environment and import required libraries.</a:t>
            </a:r>
          </a:p>
          <a:p>
            <a:r>
              <a:rPr lang="en-US" dirty="0"/>
              <a:t>Step 2: Read and clean data from an external file.</a:t>
            </a:r>
          </a:p>
          <a:p>
            <a:r>
              <a:rPr lang="en-US" dirty="0"/>
              <a:t>Step 3: Process data with loops, conditionals, and functions.</a:t>
            </a:r>
          </a:p>
          <a:p>
            <a:r>
              <a:rPr lang="en-US" dirty="0"/>
              <a:t>Step 4: Output formatted summary results to screen or file.</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and Key Takeaways</a:t>
            </a:r>
          </a:p>
        </p:txBody>
      </p:sp>
      <p:sp>
        <p:nvSpPr>
          <p:cNvPr id="3" name="Content Placeholder 2"/>
          <p:cNvSpPr>
            <a:spLocks noGrp="1"/>
          </p:cNvSpPr>
          <p:nvPr>
            <p:ph idx="1"/>
          </p:nvPr>
        </p:nvSpPr>
        <p:spPr/>
        <p:txBody>
          <a:bodyPr/>
          <a:lstStyle/>
          <a:p>
            <a:r>
              <a:rPr lang="en-US" dirty="0"/>
              <a:t>A properly configured environment is the foundation of analytics.</a:t>
            </a:r>
          </a:p>
          <a:p>
            <a:r>
              <a:rPr lang="en-US" dirty="0"/>
              <a:t>Python's data types and structures organize data effectively.</a:t>
            </a:r>
          </a:p>
          <a:p>
            <a:r>
              <a:rPr lang="en-US" dirty="0"/>
              <a:t>Control structures and functions enable scalable data processing.</a:t>
            </a:r>
          </a:p>
          <a:p>
            <a:r>
              <a:rPr lang="en-US" dirty="0"/>
              <a:t>File I/O connects Python scripts to real-world datasets.</a:t>
            </a:r>
          </a:p>
          <a:p>
            <a:r>
              <a:rPr lang="en-US" dirty="0"/>
              <a:t>End-to-end scripts integrate all skills into practical workflows.</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PreseMaker</Application>
  <Slides>15</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Python Basics for Data Analysis</dc:title>
  <dc:creator>PreseMaker</dc:creator>
  <cp:lastModifiedBy>PreseMaker</cp:lastModifiedBy>
  <dcterms:created xsi:type="dcterms:W3CDTF">2026-07-03T18:01:34Z</dcterms:created>
  <dcterms:modified xsi:type="dcterms:W3CDTF">2026-07-03T18:01:34Z</dcterms:modified>
</cp:coreProperties>
</file>
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everyone. This presentation covers the foundational skills needed to work with relational databases using SQL. We will progress from understanding what SQL is, through writing SELECT queries, filtering and sorting data, and finally applying these skills to real business questions. By the end, you should feel confident constructing multi-clause queries against actual datasets.</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SQL stands for Structured Query Language and is the universal tool for querying relational databases. A relational database stores data across multiple tables that are linked through shared fields, allowing complex relationships to be represented efficiently. Each table is the fundamental unit of storage — think of it like a spreadsheet where columns define what kind of data is stored (e.g., name, price, date) and rows contain the actual data entries. SQL commands allow users to read, insert, update, and delete data within these tables.</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primary key is a column or combination of columns whose values are unique across every row in a table — no two rows can share the same primary key value. This uniqueness is what allows SQL to pinpoint exactly one record. When tables share key values (for example, a customer ID appearing in both a customers table and an orders table), those tables are said to be related, which is the core principle behind relational databases. Understanding this concept is essential before writing any queries.</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SELECT statement is the most commonly used SQL command. Its minimal required syntax is SELECT followed by column names and FROM followed by the table name. When you want every column returned, use the asterisk wildcard (SELECT *), which instructs SQL to include all columns without listing them individually. Specifying columns explicitly is a best practice in production environments because it reduces unnecessary data transfer and makes queries easier to read. Practicing against real datasets — such as sales or employee records — helps connect these syntax rules to meaningful outcomes.</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WHERE clause is placed after FROM and before any ORDER BY or LIMIT clauses. It evaluates each row against the specified condition and returns only those where the condition is TRUE. Comparison operators are the building blocks: equals (=), not equal (&lt;&gt;), less than (&lt;), greater than (&gt;), and their inclusive variants. Text filtering requires single quotes around string values and supports pattern matching with LIKE and wildcards. Numeric filtering can leverage BETWEEN for range conditions. AND requires all conditions to be true; OR requires only one to be true, which significantly changes which rows are returned.</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NOT operator inverts a condition. For example, NOT IN excludes rows whose column value appears in a specified list, NOT LIKE excludes rows matching a text pattern, and NOT BETWEEN excludes rows falling within a numeric or date range. NULL values require special attention because NULL is not a value — it is the absence of a value. This means that writing WHERE column = NULL will never return results; instead, you must use WHERE column IS NULL or WHERE column IS NOT NULL. Failing to handle NULLs correctly is one of the most common sources of incorrect query results.</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ORDER BY is placed after the WHERE clause and before LIMIT. Without it, SQL databases are free to return rows in any order, which can vary between executions. ASC (ascending) is the default, so it can be omitted, but including it improves readability. DESC (descending) is essential for ranking queries — for instance, showing the highest-revenue products first. When sorting by multiple columns, SQL sorts by the first column listed and uses subsequent columns to break ties. For example, ORDER BY last_name ASC, first_name ASC would alphabetize by last name and then by first name within the same last name.</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Most SQL databases support referencing columns in ORDER BY by their numeric position in the SELECT clause rather than by name — for example, ORDER BY 3 DESC sorts by the third column in the SELECT list. This shorthand is convenient but can reduce readability in complex queries. The correct clause order in a query is SELECT, FROM, WHERE, ORDER BY, and then LIMIT. Combining WHERE with ORDER BY and LIMIT is an extremely common pattern: WHERE filters the relevant rows, ORDER BY ranks them, and LIMIT caps the result set to only the most relevant records.</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LIMIT clause is the simplest way to cap query output. It is especially valuable during data exploration — running SELECT * FROM large_table LIMIT 10 lets you inspect column names and sample values without retrieving millions of rows. This also reduces load on the database server, which matters in shared or production environments. When combined with ORDER BY, LIMIT enables top-N queries: for example, ORDER BY revenue DESC LIMIT 5 returns the five highest-revenue records. Note that database systems differ in syntax — MySQL, PostgreSQL, and SQLite use LIMIT, while Microsoft SQL Server uses TOP and Oracle uses ROWNUM or FETCH FIRST.</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Before writing any SQL, analysts must deconstruct the business question into its data components. For example, 'Which products generated the most revenue last quarter?' maps to: SELECT product_name, revenue FROM sales WHERE quarter = 'Q3' ORDER BY revenue DESC LIMIT 10. The translation process involves identifying the relevant table, the columns to display, the filter conditions, and whether results need sorting or capping. Practicing this decomposition is one of the most transferable analytical skills a data professional can develop.</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Most real business queries involve all four clauses working together. SELECT defines the output columns, FROM specifies the source table, WHERE narrows the rows to those meeting business criteria, ORDER BY arranges them meaningfully, and LIMIT caps the output. Writing these in the correct order is mandatory — SQL will return a syntax error otherwise. For example, a query answering 'Who are our top five customers by total spend this year?' would use all five clauses in sequence. Students should practice building queries clause by clause, verifying each step before adding the next.</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Certain query patterns appear repeatedly across industries and business functions. The top-N pattern ranks records by a numeric metric and returns the highest or lowest N results. Filtered lookups retrieve specific categories or segments. Date range filters isolate transactions or events within a time window using BETWEEN. Exclusion filters use NOT IN to omit unwanted categories. Null checks surface records with missing data that may need attention. Recognizing these patterns allows analysts to write queries faster and with fewer errors, because the structure becomes familiar even when the table names and column names change.</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After running a query, analysts should not assume the output is correct just because no error message appeared. SQL syntax validation only confirms the query was written correctly, not that it answers the right question. Validation steps include checking whether the number of rows returned makes sense, whether column values fall within expected ranges, and whether edge cases such as NULL values or duplicate rows have been handled properly. For example, if a query for last month's sales returns zero rows, the analyst should check whether the date filter matches the actual date format in the database. Building this verification habit early prevents costly analytical mistakes.</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This presentation covered the full foundational stack of SQL querying skills. We began with the structure of relational databases — tables, rows, columns, and primary keys — and how SQL serves as the language to interact with them. We then built SELECT queries, added WHERE clauses to filter by text, numeric, and NULL conditions using comparison and logical operators, applied ORDER BY to sort results in ascending or descending order across single and multiple columns, and used LIMIT to control output size. Finally, we connected all these clauses to real business analytical questions, discussed common query patterns, and emphasized the importance of validating results. These skills form the foundation for all advanced SQL work.</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Fundamentals: Queries, Filtering, and Sorting</a:t>
            </a:r>
          </a:p>
        </p:txBody>
      </p:sp>
      <p:sp>
        <p:nvSpPr>
          <p:cNvPr id="3" name="Content Placeholder 2"/>
          <p:cNvSpPr>
            <a:spLocks noGrp="1"/>
          </p:cNvSpPr>
          <p:nvPr>
            <p:ph idx="1"/>
          </p:nvPr>
        </p:nvSpPr>
        <p:spPr/>
        <p:txBody>
          <a:bodyPr/>
          <a:lstStyle/>
          <a:p>
            <a:pPr algn="ctr">
              <a:buNone/>
            </a:pPr>
            <a:r>
              <a:rPr lang="en-US" dirty="0"/>
              <a:t>A practical introduction to SQL syntax, data retrieval, and analytical query writing for college students.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SQL and Relational Databases</a:t>
            </a:r>
          </a:p>
        </p:txBody>
      </p:sp>
      <p:sp>
        <p:nvSpPr>
          <p:cNvPr id="3" name="Content Placeholder 2"/>
          <p:cNvSpPr>
            <a:spLocks noGrp="1"/>
          </p:cNvSpPr>
          <p:nvPr>
            <p:ph idx="1"/>
          </p:nvPr>
        </p:nvSpPr>
        <p:spPr/>
        <p:txBody>
          <a:bodyPr/>
          <a:lstStyle/>
          <a:p>
            <a:r>
              <a:rPr lang="en-US" dirty="0"/>
              <a:t>SQL is a standardized language for communicating with databases.</a:t>
            </a:r>
          </a:p>
          <a:p>
            <a:r>
              <a:rPr lang="en-US" dirty="0"/>
              <a:t>Relational databases store data in structured, interconnected tables.</a:t>
            </a:r>
          </a:p>
          <a:p>
            <a:r>
              <a:rPr lang="en-US" dirty="0"/>
              <a:t>Tables organize data into rows and columns.</a:t>
            </a:r>
          </a:p>
          <a:p>
            <a:r>
              <a:rPr lang="en-US" dirty="0"/>
              <a:t>Columns define data types; rows hold individual records.</a:t>
            </a:r>
          </a:p>
          <a:p>
            <a:r>
              <a:rPr lang="en-US" dirty="0"/>
              <a:t>SQL is the interface between users and database tables.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Keys and Table Relationships</a:t>
            </a:r>
          </a:p>
        </p:txBody>
      </p:sp>
      <p:sp>
        <p:nvSpPr>
          <p:cNvPr id="3" name="Content Placeholder 2"/>
          <p:cNvSpPr>
            <a:spLocks noGrp="1"/>
          </p:cNvSpPr>
          <p:nvPr>
            <p:ph idx="1"/>
          </p:nvPr>
        </p:nvSpPr>
        <p:spPr/>
        <p:txBody>
          <a:bodyPr/>
          <a:lstStyle/>
          <a:p>
            <a:r>
              <a:rPr lang="en-US" dirty="0"/>
              <a:t>A primary key uniquely identifies every row in a table.</a:t>
            </a:r>
          </a:p>
          <a:p>
            <a:r>
              <a:rPr lang="en-US" dirty="0"/>
              <a:t>Primary keys prevent duplicate or ambiguous records.</a:t>
            </a:r>
          </a:p>
          <a:p>
            <a:r>
              <a:rPr lang="en-US" dirty="0"/>
              <a:t>Tables relate to each other through shared key columns.</a:t>
            </a:r>
          </a:p>
          <a:p>
            <a:r>
              <a:rPr lang="en-US" dirty="0"/>
              <a:t>Unique identification is critical for accurate data retrieval.</a:t>
            </a:r>
          </a:p>
          <a:p>
            <a:r>
              <a:rPr lang="en-US" dirty="0"/>
              <a:t>Well-structured keys are the foundation of relational design.</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Basic SELECT Queries</a:t>
            </a:r>
          </a:p>
        </p:txBody>
      </p:sp>
      <p:sp>
        <p:nvSpPr>
          <p:cNvPr id="3" name="Content Placeholder 2"/>
          <p:cNvSpPr>
            <a:spLocks noGrp="1"/>
          </p:cNvSpPr>
          <p:nvPr>
            <p:ph idx="1"/>
          </p:nvPr>
        </p:nvSpPr>
        <p:spPr/>
        <p:txBody>
          <a:bodyPr/>
          <a:lstStyle/>
          <a:p>
            <a:r>
              <a:rPr lang="en-US" dirty="0"/>
              <a:t>SELECT retrieves data from one or more database tables.</a:t>
            </a:r>
          </a:p>
          <a:p>
            <a:r>
              <a:rPr lang="en-US" dirty="0"/>
              <a:t>Basic syntax: SELECT columns FROM table_name.</a:t>
            </a:r>
          </a:p>
          <a:p>
            <a:r>
              <a:rPr lang="en-US" dirty="0"/>
              <a:t>Specify column names to return only relevant fields.</a:t>
            </a:r>
          </a:p>
          <a:p>
            <a:r>
              <a:rPr lang="en-US" dirty="0"/>
              <a:t>Use SELECT * to return all columns in a table.</a:t>
            </a:r>
          </a:p>
          <a:p>
            <a:r>
              <a:rPr lang="en-US" dirty="0"/>
              <a:t>Correct clause order is required by the SQL engine.</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Filtering Data with WHERE</a:t>
            </a:r>
          </a:p>
        </p:txBody>
      </p:sp>
      <p:sp>
        <p:nvSpPr>
          <p:cNvPr id="3" name="Content Placeholder 2"/>
          <p:cNvSpPr>
            <a:spLocks noGrp="1"/>
          </p:cNvSpPr>
          <p:nvPr>
            <p:ph idx="1"/>
          </p:nvPr>
        </p:nvSpPr>
        <p:spPr/>
        <p:txBody>
          <a:bodyPr/>
          <a:lstStyle/>
          <a:p>
            <a:r>
              <a:rPr lang="en-US" dirty="0"/>
              <a:t>WHERE filters rows based on one or more conditions.</a:t>
            </a:r>
          </a:p>
          <a:p>
            <a:r>
              <a:rPr lang="en-US" dirty="0"/>
              <a:t>Comparison operators: =, &lt;&gt;, &lt;, &gt;, &lt;=, &gt;=.</a:t>
            </a:r>
          </a:p>
          <a:p>
            <a:r>
              <a:rPr lang="en-US" dirty="0"/>
              <a:t>Text values must be enclosed in single quotes.</a:t>
            </a:r>
          </a:p>
          <a:p>
            <a:r>
              <a:rPr lang="en-US" dirty="0"/>
              <a:t>Numeric columns support comparisons and range expressions.</a:t>
            </a:r>
          </a:p>
          <a:p>
            <a:r>
              <a:rPr lang="en-US" dirty="0"/>
              <a:t>AND narrows results; OR broadens them.</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Filtering: NOT and NULL</a:t>
            </a:r>
          </a:p>
        </p:txBody>
      </p:sp>
      <p:sp>
        <p:nvSpPr>
          <p:cNvPr id="3" name="Content Placeholder 2"/>
          <p:cNvSpPr>
            <a:spLocks noGrp="1"/>
          </p:cNvSpPr>
          <p:nvPr>
            <p:ph idx="1"/>
          </p:nvPr>
        </p:nvSpPr>
        <p:spPr/>
        <p:txBody>
          <a:bodyPr/>
          <a:lstStyle/>
          <a:p>
            <a:r>
              <a:rPr lang="en-US" dirty="0"/>
              <a:t>NOT negates a condition, returning rows where it is FALSE.</a:t>
            </a:r>
          </a:p>
          <a:p>
            <a:r>
              <a:rPr lang="en-US" dirty="0"/>
              <a:t>NOT IN, NOT LIKE, and NOT BETWEEN are common uses.</a:t>
            </a:r>
          </a:p>
          <a:p>
            <a:r>
              <a:rPr lang="en-US" dirty="0"/>
              <a:t>NULL represents a missing or unknown value.</a:t>
            </a:r>
          </a:p>
          <a:p>
            <a:r>
              <a:rPr lang="en-US" dirty="0"/>
              <a:t>Use IS NULL or IS NOT NULL to filter NULL values.</a:t>
            </a:r>
          </a:p>
          <a:p>
            <a:r>
              <a:rPr lang="en-US" dirty="0"/>
              <a:t>Standard operators like = cannot detect NULL values.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Sorting Results with ORDER BY</a:t>
            </a:r>
          </a:p>
        </p:txBody>
      </p:sp>
      <p:sp>
        <p:nvSpPr>
          <p:cNvPr id="3" name="Content Placeholder 2"/>
          <p:cNvSpPr>
            <a:spLocks noGrp="1"/>
          </p:cNvSpPr>
          <p:nvPr>
            <p:ph idx="1"/>
          </p:nvPr>
        </p:nvSpPr>
        <p:spPr/>
        <p:txBody>
          <a:bodyPr/>
          <a:lstStyle/>
          <a:p>
            <a:r>
              <a:rPr lang="en-US" dirty="0"/>
              <a:t>ORDER BY controls the sequence of rows returned.</a:t>
            </a:r>
          </a:p>
          <a:p>
            <a:r>
              <a:rPr lang="en-US" dirty="0"/>
              <a:t>Without ORDER BY, row order is not guaranteed.</a:t>
            </a:r>
          </a:p>
          <a:p>
            <a:r>
              <a:rPr lang="en-US" dirty="0"/>
              <a:t>ASC sorts from smallest to largest (default behavior).</a:t>
            </a:r>
          </a:p>
          <a:p>
            <a:r>
              <a:rPr lang="en-US" dirty="0"/>
              <a:t>DESC sorts from largest to smallest, useful for rankings.</a:t>
            </a:r>
          </a:p>
          <a:p>
            <a:r>
              <a:rPr lang="en-US" dirty="0"/>
              <a:t>Multiple columns can each have their own sort direction.</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 BY: Column Position and Combined Clauses</a:t>
            </a:r>
          </a:p>
        </p:txBody>
      </p:sp>
      <p:sp>
        <p:nvSpPr>
          <p:cNvPr id="3" name="Content Placeholder 2"/>
          <p:cNvSpPr>
            <a:spLocks noGrp="1"/>
          </p:cNvSpPr>
          <p:nvPr>
            <p:ph idx="1"/>
          </p:nvPr>
        </p:nvSpPr>
        <p:spPr/>
        <p:txBody>
          <a:bodyPr/>
          <a:lstStyle/>
          <a:p>
            <a:r>
              <a:rPr lang="en-US" dirty="0"/>
              <a:t>Reference a column by its SELECT list position number.</a:t>
            </a:r>
          </a:p>
          <a:p>
            <a:r>
              <a:rPr lang="en-US" dirty="0"/>
              <a:t>Example: ORDER BY 2 sorts by the second selected column.</a:t>
            </a:r>
          </a:p>
          <a:p>
            <a:r>
              <a:rPr lang="en-US" dirty="0"/>
              <a:t>Combine WHERE and ORDER BY to filter then sort.</a:t>
            </a:r>
          </a:p>
          <a:p>
            <a:r>
              <a:rPr lang="en-US" dirty="0"/>
              <a:t>Add LIMIT after ORDER BY to return top or bottom rows.</a:t>
            </a:r>
          </a:p>
          <a:p>
            <a:r>
              <a:rPr lang="en-US" dirty="0"/>
              <a:t>Clause order matters: SELECT → FROM → WHERE → ORDER BY → LIMIT.</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Limiting Output with LIMIT</a:t>
            </a:r>
          </a:p>
        </p:txBody>
      </p:sp>
      <p:sp>
        <p:nvSpPr>
          <p:cNvPr id="3" name="Content Placeholder 2"/>
          <p:cNvSpPr>
            <a:spLocks noGrp="1"/>
          </p:cNvSpPr>
          <p:nvPr>
            <p:ph idx="1"/>
          </p:nvPr>
        </p:nvSpPr>
        <p:spPr/>
        <p:txBody>
          <a:bodyPr/>
          <a:lstStyle/>
          <a:p>
            <a:r>
              <a:rPr lang="en-US" dirty="0"/>
              <a:t>LIMIT restricts the number of rows a query returns.</a:t>
            </a:r>
          </a:p>
          <a:p>
            <a:r>
              <a:rPr lang="en-US" dirty="0"/>
              <a:t>Syntax: add LIMIT followed by a positive integer.</a:t>
            </a:r>
          </a:p>
          <a:p>
            <a:r>
              <a:rPr lang="en-US" dirty="0"/>
              <a:t>Reduces server load and speeds up exploratory queries.</a:t>
            </a:r>
          </a:p>
          <a:p>
            <a:r>
              <a:rPr lang="en-US" dirty="0"/>
              <a:t>Use LIMIT to quickly sample data structure and quality.</a:t>
            </a:r>
          </a:p>
          <a:p>
            <a:r>
              <a:rPr lang="en-US" dirty="0"/>
              <a:t>Combine ORDER BY and LIMIT for top-N business questions.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Translating Business Questions into SQL</a:t>
            </a:r>
          </a:p>
        </p:txBody>
      </p:sp>
      <p:sp>
        <p:nvSpPr>
          <p:cNvPr id="3" name="Content Placeholder 2"/>
          <p:cNvSpPr>
            <a:spLocks noGrp="1"/>
          </p:cNvSpPr>
          <p:nvPr>
            <p:ph idx="1"/>
          </p:nvPr>
        </p:nvSpPr>
        <p:spPr/>
        <p:txBody>
          <a:bodyPr/>
          <a:lstStyle/>
          <a:p>
            <a:r>
              <a:rPr lang="en-US" dirty="0"/>
              <a:t>Business questions must be rephrased as structured SQL queries.</a:t>
            </a:r>
          </a:p>
          <a:p>
            <a:r>
              <a:rPr lang="en-US" dirty="0"/>
              <a:t>Identify what data is needed and from which table.</a:t>
            </a:r>
          </a:p>
          <a:p>
            <a:r>
              <a:rPr lang="en-US" dirty="0"/>
              <a:t>Determine filtering criteria to map to WHERE conditions.</a:t>
            </a:r>
          </a:p>
          <a:p>
            <a:r>
              <a:rPr lang="en-US" dirty="0"/>
              <a:t>Decide if results need ranking or a row count cap.</a:t>
            </a:r>
          </a:p>
          <a:p>
            <a:r>
              <a:rPr lang="en-US" dirty="0"/>
              <a:t>This translation skill connects business intent to data retrieval.</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Combining Clauses for Business Insights</a:t>
            </a:r>
          </a:p>
        </p:txBody>
      </p:sp>
      <p:sp>
        <p:nvSpPr>
          <p:cNvPr id="3" name="Content Placeholder 2"/>
          <p:cNvSpPr>
            <a:spLocks noGrp="1"/>
          </p:cNvSpPr>
          <p:nvPr>
            <p:ph idx="1"/>
          </p:nvPr>
        </p:nvSpPr>
        <p:spPr/>
        <p:txBody>
          <a:bodyPr/>
          <a:lstStyle/>
          <a:p>
            <a:r>
              <a:rPr lang="en-US" dirty="0"/>
              <a:t>Pair SELECT and WHERE for targeted, filtered data retrieval.</a:t>
            </a:r>
          </a:p>
          <a:p>
            <a:r>
              <a:rPr lang="en-US" dirty="0"/>
              <a:t>ORDER BY surfaces ranked or sequenced business insights.</a:t>
            </a:r>
          </a:p>
          <a:p>
            <a:r>
              <a:rPr lang="en-US" dirty="0"/>
              <a:t>LIMIT focuses results on only the most relevant records.</a:t>
            </a:r>
          </a:p>
          <a:p>
            <a:r>
              <a:rPr lang="en-US" dirty="0"/>
              <a:t>Clause order: SELECT → FROM → WHERE → ORDER BY → LIMIT.</a:t>
            </a:r>
          </a:p>
          <a:p>
            <a:r>
              <a:rPr lang="en-US" dirty="0"/>
              <a:t>Multi-clause queries reflect real analytical workflows.</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Analytical Query Patterns</a:t>
            </a:r>
          </a:p>
        </p:txBody>
      </p:sp>
      <p:sp>
        <p:nvSpPr>
          <p:cNvPr id="3" name="Content Placeholder 2"/>
          <p:cNvSpPr>
            <a:spLocks noGrp="1"/>
          </p:cNvSpPr>
          <p:nvPr>
            <p:ph idx="1"/>
          </p:nvPr>
        </p:nvSpPr>
        <p:spPr/>
        <p:txBody>
          <a:bodyPr/>
          <a:lstStyle/>
          <a:p>
            <a:r>
              <a:rPr lang="en-US" dirty="0"/>
              <a:t>Top-N: ORDER BY metric DESC LIMIT N.</a:t>
            </a:r>
          </a:p>
          <a:p>
            <a:r>
              <a:rPr lang="en-US" dirty="0"/>
              <a:t>Filtered lookup: WHERE category = 'value'.</a:t>
            </a:r>
          </a:p>
          <a:p>
            <a:r>
              <a:rPr lang="en-US" dirty="0"/>
              <a:t>Date range filter: WHERE date BETWEEN x AND y.</a:t>
            </a:r>
          </a:p>
          <a:p>
            <a:r>
              <a:rPr lang="en-US" dirty="0"/>
              <a:t>Exclusion filter: WHERE status NOT IN ('A', 'B').</a:t>
            </a:r>
          </a:p>
          <a:p>
            <a:r>
              <a:rPr lang="en-US" dirty="0"/>
              <a:t>Null check: WHERE column IS NULL or IS NOT NULL.</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Validating Query Results</a:t>
            </a:r>
          </a:p>
        </p:txBody>
      </p:sp>
      <p:sp>
        <p:nvSpPr>
          <p:cNvPr id="3" name="Content Placeholder 2"/>
          <p:cNvSpPr>
            <a:spLocks noGrp="1"/>
          </p:cNvSpPr>
          <p:nvPr>
            <p:ph idx="1"/>
          </p:nvPr>
        </p:nvSpPr>
        <p:spPr/>
        <p:txBody>
          <a:bodyPr/>
          <a:lstStyle/>
          <a:p>
            <a:r>
              <a:rPr lang="en-US" dirty="0"/>
              <a:t>Always verify results against the original business question.</a:t>
            </a:r>
          </a:p>
          <a:p>
            <a:r>
              <a:rPr lang="en-US" dirty="0"/>
              <a:t>Check row counts — too few or too many signals an issue.</a:t>
            </a:r>
          </a:p>
          <a:p>
            <a:r>
              <a:rPr lang="en-US" dirty="0"/>
              <a:t>Confirm column values align with expected data ranges.</a:t>
            </a:r>
          </a:p>
          <a:p>
            <a:r>
              <a:rPr lang="en-US" dirty="0"/>
              <a:t>Test edge cases: NULLs, duplicates, and boundary values.</a:t>
            </a:r>
          </a:p>
          <a:p>
            <a:r>
              <a:rPr lang="en-US" dirty="0"/>
              <a:t>Logical errors can exist even when syntax is correct.</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SQL Fundamentals</a:t>
            </a:r>
          </a:p>
        </p:txBody>
      </p:sp>
      <p:sp>
        <p:nvSpPr>
          <p:cNvPr id="3" name="Content Placeholder 2"/>
          <p:cNvSpPr>
            <a:spLocks noGrp="1"/>
          </p:cNvSpPr>
          <p:nvPr>
            <p:ph idx="1"/>
          </p:nvPr>
        </p:nvSpPr>
        <p:spPr/>
        <p:txBody>
          <a:bodyPr/>
          <a:lstStyle/>
          <a:p>
            <a:r>
              <a:rPr lang="en-US" dirty="0"/>
              <a:t>SQL queries structured tables using rows, columns, and keys.</a:t>
            </a:r>
          </a:p>
          <a:p>
            <a:r>
              <a:rPr lang="en-US" dirty="0"/>
              <a:t>SELECT retrieves data; WHERE filters to relevant rows.</a:t>
            </a:r>
          </a:p>
          <a:p>
            <a:r>
              <a:rPr lang="en-US" dirty="0"/>
              <a:t>ORDER BY sorts results; LIMIT caps the row count.</a:t>
            </a:r>
          </a:p>
          <a:p>
            <a:r>
              <a:rPr lang="en-US" dirty="0"/>
              <a:t>Multi-clause queries answer real business questions efficiently.</a:t>
            </a:r>
          </a:p>
          <a:p>
            <a:r>
              <a:rPr lang="en-US" dirty="0"/>
              <a:t>Validate every query result against business expectations.</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14</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SQL Fundamentals: Queries, Filtering, and Sorting</dc:title>
  <dc:creator>PreseMaker</dc:creator>
  <cp:lastModifiedBy>PreseMaker</cp:lastModifiedBy>
  <dcterms:created xsi:type="dcterms:W3CDTF">2026-07-03T17:59:02Z</dcterms:created>
  <dcterms:modified xsi:type="dcterms:W3CDTF">2026-07-03T17:59:02Z</dcterms:modified>
</cp:coreProperties>
</file>
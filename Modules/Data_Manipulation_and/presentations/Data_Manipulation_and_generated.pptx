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two of the most essential Python libraries in data science: NumPy and Pandas. We will progress from foundational array operations through to real-world data cleaning workflows, giving you a complete picture of how professionals manipulate and prepare data for analysis.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NumPy, short for Numerical Python, is an open-source library that underpins nearly all scientific computing in Python. Its primary data structure is the ndarray — an N-dimensional array that stores elements of the same data type in contiguous memory, enabling extremely fast access and computation. Vectorized operations apply mathematical functions element-wise across entire arrays simultaneously, eliminating the overhead of explicit Python loops and dramatically boosting performance. NumPy serves as the computational backbone for libraries like Pandas, SciPy, and scikit-learn, making it indispensable for any data manipulation workflow.</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basic arrays, NumPy provides rich tools for accessing and transforming data. Indexing and slicing allow precise element selection using integer positions, ranges, boolean masks, or lists of indices known as fancy indexing. Universal functions, or ufuncs, are pre-compiled operations that run element-wise across arrays with high efficiency — covering mathematical domains from trigonometry to aggregation. Array reshaping with reshape() changes dimensions without copying memory, while transpose() reorders axes, both of which are critical when preparing data for matrix operations or machine learning model inputs.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Pandas extends NumPy by introducing two high-level data structures designed for real-world data analysis. The Series is a one-dimensional labeled array that can hold integers, strings, floats, or mixed types. The DataFrame is a two-dimensional table — the workhorse of Pandas — with an index for row labels, named columns, and the data values stored underneath. Understanding these three components — index, columns, and values — is fundamental before performing any analysis or transformation.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a DataFrame is created, the first step in any workflow is inspection. Methods like head() and tail() display the first or last rows, info() summarizes data types and non-null counts, and describe() provides statistical summaries for numeric columns. From there, basic operations such as adding new columns through assignment, selecting subsets with bracket or dot notation, and reordering data make it straightforward to begin organizing data for analysis. These foundational skills underpin everything that follows in more advanced data manipulation.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Pandas provides multiple, complementary indexing systems. The loc accessor uses label names to select rows and columns, making it intuitive when working with meaningful index values. The iloc accessor uses pure integer positions, mirroring standard Python and NumPy indexing behavior. Conditional filtering applies boolean expressions to return only rows satisfying one or more criteria — a fundamental data analysis operation. Managing the index — setting it to a meaningful column or resetting it to a default range — directly controls how loc operates. Indexing is not read-only; combined with assignment, it enables targeted updates and deletions within the DataFrame. Bracket notation also supports direct row slicing as a quick alternative to iloc.</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Combining datasets is a core task in any data pipeline. pd.concat() is the simplest approach, stacking DataFrames along a specified axis without requiring a matching key. pd.merge() mirrors SQL JOIN operations, combining DataFrames based on shared column values or indices. The 'how' parameter controls which rows are retained: inner keeps only matched rows, outer retains all rows from both, while left and right prioritize one DataFrame respectively. The .join() method is a convenient shortcut for index-based merges. When multiple columns must match for a correct join, a list of column names serves as a composite key.</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two DataFrames share column names that are not part of the merge key, pd.merge() automatically appends default suffixes — typically '_x' and '_y' — to distinguish them. The suffixes parameter allows customization of these labels for clarity. After any merge operation, validation is essential: compare expected versus actual row counts, check for unexpected nulls introduced by outer joins, and use the validate argument to enforce relationship types such as one-to-one or many-to-one. These verification steps protect data integrity and prevent silent errors from propagating into downstream analysis.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Reshaping is the art of restructuring data without changing its content. pivot() reorganizes a DataFrame so that unique values from a specified column become new column headers, making cross-category comparisons easier. pivot_table() adds aggregation on top, handling duplicate entries. melt() is the inverse — it unpivots wide-format data into a normalized long format suited for tidy data analysis. Stacking and unstacking operate on MultiIndex DataFrames, shifting data between column and row levels. The groupby() method is foundational for split-apply-combine workflows, splitting a DataFrame into groups, applying operations, and recombining results.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apply() and agg() extend groupby() by enabling both built-in and custom functions to operate on grouped data. apply() is flexible — it can process entire rows or columns — while agg() is optimized for applying multiple named aggregation functions at once, such as mean, sum, and standard deviation simultaneously. On the NumPy side, reshape() allows arrays to be reinterpreted with different dimensions — for example, converting a flat array into a matrix — and transpose() reorders axes, which is critical for preparing input tensors for deep learning frameworks or performing matrix operations in linear algebra.</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Handling missing data is one of the most critical steps in any data cleaning workflow. Pandas provides isna(), isnull(), and their inverse notna() to locate and count missing entries. It is important to understand the distinction between NaN — a floating-point sentinel from NumPy used for numeric data — and Python's None, which is used for object-type columns. Dropping rows or columns with dropna() is the simplest strategy but risks losing valuable information. fillna() replaces missing values with a constant, mean, median, or forward/backward fill. interpolate() is particularly effective for time-series or ordered data, estimating missing values from neighboring points. Strategy selection should be guided by whether data is Missing Completely at Random (MCAR), Missing at Random (MAR), or Missing Not at Random (MNAR).</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Real-world datasets are messy, and professional data cleaning requires a deliberate, repeatable workflow. The process begins with diagnosis — understanding the dataset's shape, types, and missing value patterns. Incorrect data types are among the most common issues: dates stored as strings or numeric IDs stored as floats must be corrected before any computation proceeds reliably. Duplicate records can silently inflate counts and skew aggregations, while statistical outliers can distort model training. String columns frequently contain mixed casing, leading/trailing whitespace, or embedded information — such as units appended to numeric values — that must be standardized or extracted using Pandas string methods.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final stages of a cleaning pipeline involve reshaping the data into the structure required by downstream analysis or modeling tasks. This may involve pivoting, melting, or aggregating with groupby(). Validation is non-negotiable: verify that data types are correct, that no unexpected nulls remain, and that row counts align with expectations after each transformation. Once validated, the cleaned dataset should be exported to a durable format — CSV for compatibility, Excel for stakeholder sharing, or Parquet for efficient storage and fast loading in future workflows. Documenting each transformation step ensures reproducibility.</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NumPy is the computational foundation — providing fast, memory-efficient arrays, vectorized operations, ufuncs, and reshaping tools that power all higher-level data science work. Pandas builds on NumPy with the Series and DataFrame structures, offering label-based indexing, rich data inspection, merging and joining operations, and powerful reshaping tools like pivot, melt, and groupby. Effective indexing with loc and iloc, combined with boolean filtering, allows precise data selection and modification. Finally, handling missing values and applying a disciplined, end-to-end cleaning workflow ensures that datasets are accurate, consistent, and ready for analysis or machine learning. These skills form the professional foundation of data science practice.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Manipulation and Cleaning with NumPy and Pandas</a:t>
            </a:r>
          </a:p>
        </p:txBody>
      </p:sp>
      <p:sp>
        <p:nvSpPr>
          <p:cNvPr id="3" name="Content Placeholder 2"/>
          <p:cNvSpPr>
            <a:spLocks noGrp="1"/>
          </p:cNvSpPr>
          <p:nvPr>
            <p:ph idx="1"/>
          </p:nvPr>
        </p:nvSpPr>
        <p:spPr/>
        <p:txBody>
          <a:bodyPr/>
          <a:lstStyle/>
          <a:p>
            <a:pPr algn="ctr">
              <a:buNone/>
            </a:pPr>
            <a:r>
              <a:rPr lang="en-US" dirty="0"/>
              <a:t>A professional guide to efficient numerical computing and structured data workflows using Python's core data science libraries.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NumPy for Data Manipulation</a:t>
            </a:r>
          </a:p>
        </p:txBody>
      </p:sp>
      <p:sp>
        <p:nvSpPr>
          <p:cNvPr id="3" name="Content Placeholder 2"/>
          <p:cNvSpPr>
            <a:spLocks noGrp="1"/>
          </p:cNvSpPr>
          <p:nvPr>
            <p:ph idx="1"/>
          </p:nvPr>
        </p:nvSpPr>
        <p:spPr/>
        <p:txBody>
          <a:bodyPr/>
          <a:lstStyle/>
          <a:p>
            <a:r>
              <a:rPr lang="en-US" dirty="0"/>
              <a:t>NumPy is Python's foundational library for scientific computing.</a:t>
            </a:r>
          </a:p>
          <a:p>
            <a:r>
              <a:rPr lang="en-US" dirty="0"/>
              <a:t>Core structure: the ndarray — fixed-type, N-dimensional array.</a:t>
            </a:r>
          </a:p>
          <a:p>
            <a:r>
              <a:rPr lang="en-US" dirty="0"/>
              <a:t>Elements stored contiguously in memory for maximum performance.</a:t>
            </a:r>
          </a:p>
          <a:p>
            <a:r>
              <a:rPr lang="en-US" dirty="0"/>
              <a:t>Vectorized operations replace slow Python loops.</a:t>
            </a:r>
          </a:p>
          <a:p>
            <a:r>
              <a:rPr lang="en-US" dirty="0"/>
              <a:t>Essential engine powering data science and machine learning workflows.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NumPy Core Capabilities</a:t>
            </a:r>
          </a:p>
        </p:txBody>
      </p:sp>
      <p:sp>
        <p:nvSpPr>
          <p:cNvPr id="3" name="Content Placeholder 2"/>
          <p:cNvSpPr>
            <a:spLocks noGrp="1"/>
          </p:cNvSpPr>
          <p:nvPr>
            <p:ph idx="1"/>
          </p:nvPr>
        </p:nvSpPr>
        <p:spPr/>
        <p:txBody>
          <a:bodyPr/>
          <a:lstStyle/>
          <a:p>
            <a:r>
              <a:rPr lang="en-US" dirty="0"/>
              <a:t>Array indexing: integer, slice, boolean, and fancy indexing.</a:t>
            </a:r>
          </a:p>
          <a:p>
            <a:r>
              <a:rPr lang="en-US" dirty="0"/>
              <a:t>Universal functions (ufuncs) operate element-wise at optimized speed.</a:t>
            </a:r>
          </a:p>
          <a:p>
            <a:r>
              <a:rPr lang="en-US" dirty="0"/>
              <a:t>ufuncs support trig, exponentiation, logarithms, and aggregation.</a:t>
            </a:r>
          </a:p>
          <a:p>
            <a:r>
              <a:rPr lang="en-US" dirty="0"/>
              <a:t>reshape() and transpose() restructure arrays without copying data.</a:t>
            </a:r>
          </a:p>
          <a:p>
            <a:r>
              <a:rPr lang="en-US" dirty="0"/>
              <a:t>Prepares numerical data for algorithms and machine learning pipelines.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Started with Pandas DataFrames</a:t>
            </a:r>
          </a:p>
        </p:txBody>
      </p:sp>
      <p:sp>
        <p:nvSpPr>
          <p:cNvPr id="3" name="Content Placeholder 2"/>
          <p:cNvSpPr>
            <a:spLocks noGrp="1"/>
          </p:cNvSpPr>
          <p:nvPr>
            <p:ph idx="1"/>
          </p:nvPr>
        </p:nvSpPr>
        <p:spPr/>
        <p:txBody>
          <a:bodyPr/>
          <a:lstStyle/>
          <a:p>
            <a:r>
              <a:rPr lang="en-US" dirty="0"/>
              <a:t>Pandas is built on NumPy for flexible data manipulation.</a:t>
            </a:r>
          </a:p>
          <a:p>
            <a:r>
              <a:rPr lang="en-US" dirty="0"/>
              <a:t>Series: one-dimensional labeled array holding any data type.</a:t>
            </a:r>
          </a:p>
          <a:p>
            <a:r>
              <a:rPr lang="en-US" dirty="0"/>
              <a:t>DataFrame: two-dimensional table with labeled rows and columns.</a:t>
            </a:r>
          </a:p>
          <a:p>
            <a:r>
              <a:rPr lang="en-US" dirty="0"/>
              <a:t>Similar in concept to a spreadsheet or SQL table.</a:t>
            </a:r>
          </a:p>
          <a:p>
            <a:r>
              <a:rPr lang="en-US" dirty="0"/>
              <a:t>Core components: index, columns, and underlying data values.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Inspecting and Operating on DataFrames</a:t>
            </a:r>
          </a:p>
        </p:txBody>
      </p:sp>
      <p:sp>
        <p:nvSpPr>
          <p:cNvPr id="3" name="Content Placeholder 2"/>
          <p:cNvSpPr>
            <a:spLocks noGrp="1"/>
          </p:cNvSpPr>
          <p:nvPr>
            <p:ph idx="1"/>
          </p:nvPr>
        </p:nvSpPr>
        <p:spPr/>
        <p:txBody>
          <a:bodyPr/>
          <a:lstStyle/>
          <a:p>
            <a:r>
              <a:rPr lang="en-US" dirty="0"/>
              <a:t>Use head(), tail(), info(), and describe() to inspect data.</a:t>
            </a:r>
          </a:p>
          <a:p>
            <a:r>
              <a:rPr lang="en-US" dirty="0"/>
              <a:t>Summarize shape, data types, and null counts quickly.</a:t>
            </a:r>
          </a:p>
          <a:p>
            <a:r>
              <a:rPr lang="en-US" dirty="0"/>
              <a:t>Add new columns by direct assignment to the DataFrame.</a:t>
            </a:r>
          </a:p>
          <a:p>
            <a:r>
              <a:rPr lang="en-US" dirty="0"/>
              <a:t>Select subsets using bracket notation or dot notation.</a:t>
            </a:r>
          </a:p>
          <a:p>
            <a:r>
              <a:rPr lang="en-US" dirty="0"/>
              <a:t>Reorganize columns and rows to suit analysis needs.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Indexing and Selecting Data in Pandas</a:t>
            </a:r>
          </a:p>
        </p:txBody>
      </p:sp>
      <p:sp>
        <p:nvSpPr>
          <p:cNvPr id="3" name="Content Placeholder 2"/>
          <p:cNvSpPr>
            <a:spLocks noGrp="1"/>
          </p:cNvSpPr>
          <p:nvPr>
            <p:ph idx="1"/>
          </p:nvPr>
        </p:nvSpPr>
        <p:spPr/>
        <p:txBody>
          <a:bodyPr/>
          <a:lstStyle/>
          <a:p>
            <a:r>
              <a:rPr lang="en-US" dirty="0"/>
              <a:t>loc selects data by explicit row and column labels.</a:t>
            </a:r>
          </a:p>
          <a:p>
            <a:r>
              <a:rPr lang="en-US" dirty="0"/>
              <a:t>iloc selects data by integer position, like Python lists.</a:t>
            </a:r>
          </a:p>
          <a:p>
            <a:r>
              <a:rPr lang="en-US" dirty="0"/>
              <a:t>Boolean filtering returns rows meeting logical conditions.</a:t>
            </a:r>
          </a:p>
          <a:p>
            <a:r>
              <a:rPr lang="en-US" dirty="0"/>
              <a:t>Set or reset the index to control label-based access.</a:t>
            </a:r>
          </a:p>
          <a:p>
            <a:r>
              <a:rPr lang="en-US" dirty="0"/>
              <a:t>Combine indexing with assignment to update DataFrame subsets.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Merging, Joining, and Concatenating Data</a:t>
            </a:r>
          </a:p>
        </p:txBody>
      </p:sp>
      <p:sp>
        <p:nvSpPr>
          <p:cNvPr id="3" name="Content Placeholder 2"/>
          <p:cNvSpPr>
            <a:spLocks noGrp="1"/>
          </p:cNvSpPr>
          <p:nvPr>
            <p:ph idx="1"/>
          </p:nvPr>
        </p:nvSpPr>
        <p:spPr/>
        <p:txBody>
          <a:bodyPr/>
          <a:lstStyle/>
          <a:p>
            <a:r>
              <a:rPr lang="en-US" dirty="0"/>
              <a:t>pd.concat() stacks DataFrames row-wise or column-wise.</a:t>
            </a:r>
          </a:p>
          <a:p>
            <a:r>
              <a:rPr lang="en-US" dirty="0"/>
              <a:t>pd.merge() joins DataFrames on common columns or indices.</a:t>
            </a:r>
          </a:p>
          <a:p>
            <a:r>
              <a:rPr lang="en-US" dirty="0"/>
              <a:t>Join types: inner, outer, left, and right.</a:t>
            </a:r>
          </a:p>
          <a:p>
            <a:r>
              <a:rPr lang="en-US" dirty="0"/>
              <a:t>The .join() method merges DataFrames on their index.</a:t>
            </a:r>
          </a:p>
          <a:p>
            <a:r>
              <a:rPr lang="en-US" dirty="0"/>
              <a:t>Use multiple keys for precise composite-key matching.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Merge Conflicts and Validation</a:t>
            </a:r>
          </a:p>
        </p:txBody>
      </p:sp>
      <p:sp>
        <p:nvSpPr>
          <p:cNvPr id="3" name="Content Placeholder 2"/>
          <p:cNvSpPr>
            <a:spLocks noGrp="1"/>
          </p:cNvSpPr>
          <p:nvPr>
            <p:ph idx="1"/>
          </p:nvPr>
        </p:nvSpPr>
        <p:spPr/>
        <p:txBody>
          <a:bodyPr/>
          <a:lstStyle/>
          <a:p>
            <a:r>
              <a:rPr lang="en-US" dirty="0"/>
              <a:t>Shared non-key columns receive suffixes to avoid name conflicts.</a:t>
            </a:r>
          </a:p>
          <a:p>
            <a:r>
              <a:rPr lang="en-US" dirty="0"/>
              <a:t>Customize suffixes using the suffixes parameter in pd.merge().</a:t>
            </a:r>
          </a:p>
          <a:p>
            <a:r>
              <a:rPr lang="en-US" dirty="0"/>
              <a:t>Validate merge results by checking row counts and nulls.</a:t>
            </a:r>
          </a:p>
          <a:p>
            <a:r>
              <a:rPr lang="en-US" dirty="0"/>
              <a:t>Confirm data integrity before proceeding with analysis.</a:t>
            </a:r>
          </a:p>
          <a:p>
            <a:r>
              <a:rPr lang="en-US" dirty="0"/>
              <a:t>Use the validate parameter to enforce one-to-one constraints.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Reshaping and Transforming Data</a:t>
            </a:r>
          </a:p>
        </p:txBody>
      </p:sp>
      <p:sp>
        <p:nvSpPr>
          <p:cNvPr id="3" name="Content Placeholder 2"/>
          <p:cNvSpPr>
            <a:spLocks noGrp="1"/>
          </p:cNvSpPr>
          <p:nvPr>
            <p:ph idx="1"/>
          </p:nvPr>
        </p:nvSpPr>
        <p:spPr/>
        <p:txBody>
          <a:bodyPr/>
          <a:lstStyle/>
          <a:p>
            <a:r>
              <a:rPr lang="en-US" dirty="0"/>
              <a:t>pivot() turns column values into new column headers.</a:t>
            </a:r>
          </a:p>
          <a:p>
            <a:r>
              <a:rPr lang="en-US" dirty="0"/>
              <a:t>pivot_table() supports aggregation during pivoting.</a:t>
            </a:r>
          </a:p>
          <a:p>
            <a:r>
              <a:rPr lang="en-US" dirty="0"/>
              <a:t>melt() converts wide-format data into long-format (tidy) data.</a:t>
            </a:r>
          </a:p>
          <a:p>
            <a:r>
              <a:rPr lang="en-US" dirty="0"/>
              <a:t>stack() moves column levels into row index; unstack() reverses.</a:t>
            </a:r>
          </a:p>
          <a:p>
            <a:r>
              <a:rPr lang="en-US" dirty="0"/>
              <a:t>groupby() splits data for aggregation and transformation.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Functions and NumPy Reshaping</a:t>
            </a:r>
          </a:p>
        </p:txBody>
      </p:sp>
      <p:sp>
        <p:nvSpPr>
          <p:cNvPr id="3" name="Content Placeholder 2"/>
          <p:cNvSpPr>
            <a:spLocks noGrp="1"/>
          </p:cNvSpPr>
          <p:nvPr>
            <p:ph idx="1"/>
          </p:nvPr>
        </p:nvSpPr>
        <p:spPr/>
        <p:txBody>
          <a:bodyPr/>
          <a:lstStyle/>
          <a:p>
            <a:r>
              <a:rPr lang="en-US" dirty="0"/>
              <a:t>apply() runs custom functions on DataFrame rows or columns.</a:t>
            </a:r>
          </a:p>
          <a:p>
            <a:r>
              <a:rPr lang="en-US" dirty="0"/>
              <a:t>agg() applies multiple aggregation functions simultaneously.</a:t>
            </a:r>
          </a:p>
          <a:p>
            <a:r>
              <a:rPr lang="en-US" dirty="0"/>
              <a:t>Combine apply() and agg() with groupby() for powerful analysis.</a:t>
            </a:r>
          </a:p>
          <a:p>
            <a:r>
              <a:rPr lang="en-US" dirty="0"/>
              <a:t>NumPy reshape() changes array dimensions for ML pipelines.</a:t>
            </a:r>
          </a:p>
          <a:p>
            <a:r>
              <a:rPr lang="en-US" dirty="0"/>
              <a:t>transpose() reorders axes for matrix and linear algebra tasks.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Missing Data</a:t>
            </a:r>
          </a:p>
        </p:txBody>
      </p:sp>
      <p:sp>
        <p:nvSpPr>
          <p:cNvPr id="3" name="Content Placeholder 2"/>
          <p:cNvSpPr>
            <a:spLocks noGrp="1"/>
          </p:cNvSpPr>
          <p:nvPr>
            <p:ph idx="1"/>
          </p:nvPr>
        </p:nvSpPr>
        <p:spPr/>
        <p:txBody>
          <a:bodyPr/>
          <a:lstStyle/>
          <a:p>
            <a:r>
              <a:rPr lang="en-US" dirty="0"/>
              <a:t>Detect missing values with isna(), isnull(), and notna().</a:t>
            </a:r>
          </a:p>
          <a:p>
            <a:r>
              <a:rPr lang="en-US" dirty="0"/>
              <a:t>NaN represents missing numeric data; None suits object types.</a:t>
            </a:r>
          </a:p>
          <a:p>
            <a:r>
              <a:rPr lang="en-US" dirty="0"/>
              <a:t>dropna() removes rows or columns containing missing values.</a:t>
            </a:r>
          </a:p>
          <a:p>
            <a:r>
              <a:rPr lang="en-US" dirty="0"/>
              <a:t>fillna() imputes missing values with constants or statistics.</a:t>
            </a:r>
          </a:p>
          <a:p>
            <a:r>
              <a:rPr lang="en-US" dirty="0"/>
              <a:t>interpolate() estimates values using surrounding data points.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and Transforming Real-World Datasets</a:t>
            </a:r>
          </a:p>
        </p:txBody>
      </p:sp>
      <p:sp>
        <p:nvSpPr>
          <p:cNvPr id="3" name="Content Placeholder 2"/>
          <p:cNvSpPr>
            <a:spLocks noGrp="1"/>
          </p:cNvSpPr>
          <p:nvPr>
            <p:ph idx="1"/>
          </p:nvPr>
        </p:nvSpPr>
        <p:spPr/>
        <p:txBody>
          <a:bodyPr/>
          <a:lstStyle/>
          <a:p>
            <a:r>
              <a:rPr lang="en-US" dirty="0"/>
              <a:t>Follow a structured end-to-end cleaning workflow for reproducibility.</a:t>
            </a:r>
          </a:p>
          <a:p>
            <a:r>
              <a:rPr lang="en-US" dirty="0"/>
              <a:t>Diagnose missing data at scale before analysis or modeling.</a:t>
            </a:r>
          </a:p>
          <a:p>
            <a:r>
              <a:rPr lang="en-US" dirty="0"/>
              <a:t>Correct data types to prevent errors in aggregations.</a:t>
            </a:r>
          </a:p>
          <a:p>
            <a:r>
              <a:rPr lang="en-US" dirty="0"/>
              <a:t>Detect and remove duplicates and statistical outliers.</a:t>
            </a:r>
          </a:p>
          <a:p>
            <a:r>
              <a:rPr lang="en-US" dirty="0"/>
              <a:t>Clean strings: strip whitespace, standardize case, extract features.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Finalizing and Exporting Cleaned Data</a:t>
            </a:r>
          </a:p>
        </p:txBody>
      </p:sp>
      <p:sp>
        <p:nvSpPr>
          <p:cNvPr id="3" name="Content Placeholder 2"/>
          <p:cNvSpPr>
            <a:spLocks noGrp="1"/>
          </p:cNvSpPr>
          <p:nvPr>
            <p:ph idx="1"/>
          </p:nvPr>
        </p:nvSpPr>
        <p:spPr/>
        <p:txBody>
          <a:bodyPr/>
          <a:lstStyle/>
          <a:p>
            <a:r>
              <a:rPr lang="en-US" dirty="0"/>
              <a:t>Reshape and aggregate raw data into analysis-ready structure.</a:t>
            </a:r>
          </a:p>
          <a:p>
            <a:r>
              <a:rPr lang="en-US" dirty="0"/>
              <a:t>Use pivot, melt, and groupby to match required output format.</a:t>
            </a:r>
          </a:p>
          <a:p>
            <a:r>
              <a:rPr lang="en-US" dirty="0"/>
              <a:t>Validate transformations by comparing expected versus actual results.</a:t>
            </a:r>
          </a:p>
          <a:p>
            <a:r>
              <a:rPr lang="en-US" dirty="0"/>
              <a:t>Check dtypes, null counts, and row counts after cleaning.</a:t>
            </a:r>
          </a:p>
          <a:p>
            <a:r>
              <a:rPr lang="en-US" dirty="0"/>
              <a:t>Export cleaned data to CSV, Excel, or Parquet for reuse.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NumPy provides fast, memory-efficient array computation.</a:t>
            </a:r>
          </a:p>
          <a:p>
            <a:r>
              <a:rPr lang="en-US" dirty="0"/>
              <a:t>Pandas DataFrames enable flexible, label-aware data manipulation.</a:t>
            </a:r>
          </a:p>
          <a:p>
            <a:r>
              <a:rPr lang="en-US" dirty="0"/>
              <a:t>loc and iloc give precise, complementary data access methods.</a:t>
            </a:r>
          </a:p>
          <a:p>
            <a:r>
              <a:rPr lang="en-US" dirty="0"/>
              <a:t>Merging, reshaping, and grouping integrate and structure datasets.</a:t>
            </a:r>
          </a:p>
          <a:p>
            <a:r>
              <a:rPr lang="en-US" dirty="0"/>
              <a:t>Systematic cleaning ensures data quality before any analysis.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14</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Data Manipulation and Cleaning with NumPy and Pandas</dc:title>
  <dc:creator>PreseMaker</dc:creator>
  <cp:lastModifiedBy>PreseMaker</cp:lastModifiedBy>
  <dcterms:created xsi:type="dcterms:W3CDTF">2026-07-03T18:02:43Z</dcterms:created>
  <dcterms:modified xsi:type="dcterms:W3CDTF">2026-07-03T18:02:43Z</dcterms:modified>
</cp:coreProperties>
</file>
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introduces the core concepts behind databases and relational data models. Whether you are new to data or looking to strengthen your fundamentals before learning SQL, this session will give you the vocabulary and mental models you need to work confidently with structured data.</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database is far more than a place to store data — it is a system engineered for reliability and efficiency. Unlike spreadsheets such as Excel, which work well for individual use and small datasets, databases are built to handle thousands or millions of records across many simultaneous users. Flat files like CSVs store data as simple sequences of records with no built-in relationships or enforcement rules. Relational databases are the most widely used category in business contexts. Key characteristics of well-designed databases include data integrity, consistency, scalability, and support for complex querying.</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It is common to start learning data management with spreadsheets, and that is perfectly reasonable — but spreadsheets like Microsoft Excel have fundamental limitations. They do not enforce data types, they struggle with large datasets, and they are not designed for multiple users accessing data simultaneously. Flat files such as CSV or plain-text files are even more limited: they are just sequences of text records with no notion of relationships, constraints, or structure beyond what a developer manually imposes. Databases solve all of these problems by providing enforced schemas, data types, and relationship management built into the system itself.</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relational model, introduced by Edgar Codd in 1970, revolutionized how we think about data storage. Instead of storing all information in one flat structure, the relational model separates data into distinct tables, each representing a specific entity or concept. These tables are linked through shared values — specifically through keys — rather than through file paths or physical pointers. This design reduces redundancy, improves integrity, and makes it possible to ask complex questions of your data through queries. The relational model is the foundation of SQL and the majority of enterprise database systems in use today.</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table is the fundamental building block of a relational database. Visually, it resembles a spreadsheet grid, which makes it accessible to most learners. Each row — sometimes called a tuple — represents one specific instance of the entity the table describes. For example, in a Customers table, each row would represent one customer. Each column — sometimes called an attribute or field — represents a property that every record in that table possesses, such as a customer's name or email address. The cell, where a row and column intersect, holds a single value. This uniform structure ensures every record follows the same predictable format, which is critical for reliable data management and querying.</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Keys are essential to how relational databases function. A primary key guarantees that every row in a table can be uniquely identified — no two rows can share the same primary key value, and it cannot be null. Natural keys are derived from meaningful real-world data, such as a Social Security number, while surrogate keys are artificially generated values, such as an auto-incrementing integer ID. A foreign key in one table references the primary key of another, creating a link between the two. Referential integrity is the rule that enforces this link — a foreign key value must always correspond to an existing primary key value, preventing orphaned or invalid records. Composite keys combine two or more columns to form a unique identifier when no single column alone is sufficient. Unique constraints also exist to enforce distinctness in columns that are not the primary key.</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Keys are not just housekeeping details — they are the mechanism that makes relational databases genuinely relational. When a foreign key in an Orders table references the primary key in a Customers table, it creates a traceable, enforceable connection between those two datasets. This connection is what allows SQL to join tables and answer questions like 'Which customers placed orders last month?' Unique constraints complement primary keys by ensuring other columns — such as an email address or a username — also remain distinct across rows. Understanding keys deeply prepares students to write effective JOIN queries and to reason clearly about how data flows across a database.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database schema is the architectural plan that defines what a database looks like — its tables, the columns within those tables, the data types each column accepts, and the relationships between tables. It is important to distinguish between the schema and the database instance: the schema is the structure, while the instance is the actual data stored at any given moment. Schemas can be described at different levels of abstraction. The conceptual level deals with high-level entities and relationships. The logical level defines the specific tables and columns. The physical level describes how data is actually stored on disk. Entity-Relationship diagrams, or ERDs, are the standard visual tool for reading and communicating a schema. Understanding the schema before writing queries is a critical professional practice.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An Entity-Relationship diagram, or ERD, is a visual representation of a database schema. Each table appears as a labeled box containing the names of its columns. Lines drawn between boxes represent the relationships between tables, and the symbols at the ends of those lines — often called crow's foot notation — indicate the cardinality: whether the relationship is one-to-one, one-to-many, or many-to-many. Primary keys are usually distinguished visually, often underlined or labeled with a key icon. For data analysts and developers alike, reading the schema diagram is the professional starting point before writing any query. Without understanding the schema, it is impossible to know which tables contain the data you need or how to join them correctly.</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Relationships are the defining feature of relational databases. A one-to-one relationship is relatively rare and is used when data is separated for security or organizational reasons — for example, a user account linked to a user profile. A one-to-many relationship is the most common type: a single customer can place many orders, but each order belongs to only one customer. Many-to-many relationships are more complex: a student can enroll in many courses, and each course can have many students. To implement a many-to-many relationship in a relational database, a junction table — also called a linking or associative table — is used. The junction table sits between the two main tables and stores pairs of foreign keys representing each combination of related rows. These relationship types directly shape how SQL JOIN operations are structured.</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junction table is the practical solution to the challenge that relational databases cannot directly represent many-to-many relationships with just two tables. Consider a university setting: a Students table and a Courses table. Because a student can enroll in many courses and a course can contain many students, we need a third table — Enrollments — to record each specific student-course pairing. Each row in the Enrollments table holds the StudentID and CourseID as foreign keys. This effectively breaks the many-to-many relationship into two one-to-many relationships: one between Students and Enrollments, and another between Courses and Enrollments. Junction tables can also carry additional data about the relationship itself, such as an enrollment date or a grade. Understanding junction tables is essential for writing accurate SQL queries on complex datasets.</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Everything covered in this presentation leads directly to SQL practice. Before writing a single line of SQL, you must understand how data is organized: what tables exist, what each column represents, which columns are primary keys, and which are foreign keys. Primary keys allow SQL queries to retrieve exact, unambiguous records. Foreign keys are the bridges that make JOIN operations possible, allowing you to combine data from multiple tables in a single query. Structured data — organized into typed rows and columns with enforced constraints — is precisely the data format that SQL is designed to query. The relationships defined in a schema, whether one-to-many or many-to-many, directly dictate the JOIN logic you will write. This conceptual foundation is not just academic; it is the practical prerequisite for effective data analysis.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most important professional habits for anyone working with databases is reviewing the schema before writing queries. This step is often skipped by beginners, leading to errors, inefficient queries, and incorrect results. Start by identifying the tables relevant to your question. Then trace the foreign key relationships to understand how those tables connect. Pay attention to column data types — joining a text column to an integer column, for example, can produce unexpected results or errors. Understanding the schema also reveals whether junction tables are needed to navigate many-to-many relationships. Experienced data analysts treat the schema diagram as a map — consulting it regularly, especially when working with unfamiliar databases.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relational model is not simply a historical artifact — it is the dominant paradigm for enterprise data storage today. Systems such as PostgreSQL, MySQL, Microsoft SQL Server, and Oracle are all relational database management systems used across virtually every industry. SQL, the Structured Query Language, is the universal tool for interacting with these systems. The integrity constraints enforced by a relational database — primary keys, foreign keys, referential integrity, data types — mean that analysts can trust the data they retrieve. Schemas provide a transparent, auditable blueprint of how data is organized, which is essential for reproducible and accurate analysis. Mastering these foundational concepts is the gateway to becoming an effective data analyst or database developer.</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a database is an organized, structured system for storing and retrieving data reliably at scale, far surpassing the capabilities of spreadsheets or flat files. The relational model organizes data into tables made of rows and columns, connected through primary and foreign keys. Keys enforce uniqueness and referential integrity, ensuring that data remains consistent and that tables can be linked accurately. Schemas serve as the formal blueprint of a database, and Entity-Relationship diagrams make those blueprints visually accessible. The three types of table relationships — one-to-one, one-to-many, and many-to-many — along with junction tables, form the logical backbone of any relational database. All of these concepts come together as the essential foundation for writing SQL queries and performing meaningful data analysis. Students who understand these principles are well-prepared to begin working with real-world databases.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Basics and Relational Data Concepts</a:t>
            </a:r>
          </a:p>
        </p:txBody>
      </p:sp>
      <p:sp>
        <p:nvSpPr>
          <p:cNvPr id="3" name="Content Placeholder 2"/>
          <p:cNvSpPr>
            <a:spLocks noGrp="1"/>
          </p:cNvSpPr>
          <p:nvPr>
            <p:ph idx="1"/>
          </p:nvPr>
        </p:nvSpPr>
        <p:spPr/>
        <p:txBody>
          <a:bodyPr/>
          <a:lstStyle/>
          <a:p>
            <a:pPr algn="ctr">
              <a:buNone/>
            </a:pPr>
            <a:r>
              <a:rPr lang="en-US" dirty="0"/>
              <a:t>A foundational guide to understanding how relational databases store, organize, and connect structured data.</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Databases</a:t>
            </a:r>
          </a:p>
        </p:txBody>
      </p:sp>
      <p:sp>
        <p:nvSpPr>
          <p:cNvPr id="3" name="Content Placeholder 2"/>
          <p:cNvSpPr>
            <a:spLocks noGrp="1"/>
          </p:cNvSpPr>
          <p:nvPr>
            <p:ph idx="1"/>
          </p:nvPr>
        </p:nvSpPr>
        <p:spPr/>
        <p:txBody>
          <a:bodyPr/>
          <a:lstStyle/>
          <a:p>
            <a:r>
              <a:rPr lang="en-US" dirty="0"/>
              <a:t>A database is an organized, structured collection of stored data.</a:t>
            </a:r>
          </a:p>
          <a:p>
            <a:r>
              <a:rPr lang="en-US" dirty="0"/>
              <a:t>Designed for easy access, updating, and retrieval at scale.</a:t>
            </a:r>
          </a:p>
          <a:p>
            <a:r>
              <a:rPr lang="en-US" dirty="0"/>
              <a:t>Solves problems of volume, consistency, and multi-user access.</a:t>
            </a:r>
          </a:p>
          <a:p>
            <a:r>
              <a:rPr lang="en-US" dirty="0"/>
              <a:t>Spreadsheets and flat files lack the power databases provide.</a:t>
            </a:r>
          </a:p>
          <a:p>
            <a:r>
              <a:rPr lang="en-US" dirty="0"/>
              <a:t>Many database types exist; relational databases dominate business use.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Databases vs. Spreadsheets and Flat Files</a:t>
            </a:r>
          </a:p>
        </p:txBody>
      </p:sp>
      <p:sp>
        <p:nvSpPr>
          <p:cNvPr id="3" name="Content Placeholder 2"/>
          <p:cNvSpPr>
            <a:spLocks noGrp="1"/>
          </p:cNvSpPr>
          <p:nvPr>
            <p:ph idx="1"/>
          </p:nvPr>
        </p:nvSpPr>
        <p:spPr/>
        <p:txBody>
          <a:bodyPr/>
          <a:lstStyle/>
          <a:p>
            <a:r>
              <a:rPr lang="en-US" dirty="0"/>
              <a:t>Spreadsheets are designed for individual analysis, not multi-user systems.</a:t>
            </a:r>
          </a:p>
          <a:p>
            <a:r>
              <a:rPr lang="en-US" dirty="0"/>
              <a:t>Databases enforce rules; spreadsheets rely on user discipline.</a:t>
            </a:r>
          </a:p>
          <a:p>
            <a:r>
              <a:rPr lang="en-US" dirty="0"/>
              <a:t>Flat files store records as plain text with no relationships.</a:t>
            </a:r>
          </a:p>
          <a:p>
            <a:r>
              <a:rPr lang="en-US" dirty="0"/>
              <a:t>CSVs have no data types, constraints, or built-in structure.</a:t>
            </a:r>
          </a:p>
          <a:p>
            <a:r>
              <a:rPr lang="en-US" dirty="0"/>
              <a:t>Databases handle scale and concurrency that flat files cannot.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Relational Model</a:t>
            </a:r>
          </a:p>
        </p:txBody>
      </p:sp>
      <p:sp>
        <p:nvSpPr>
          <p:cNvPr id="3" name="Content Placeholder 2"/>
          <p:cNvSpPr>
            <a:spLocks noGrp="1"/>
          </p:cNvSpPr>
          <p:nvPr>
            <p:ph idx="1"/>
          </p:nvPr>
        </p:nvSpPr>
        <p:spPr/>
        <p:txBody>
          <a:bodyPr/>
          <a:lstStyle/>
          <a:p>
            <a:r>
              <a:rPr lang="en-US" dirty="0"/>
              <a:t>Data is organized into tables that relate through shared values.</a:t>
            </a:r>
          </a:p>
          <a:p>
            <a:r>
              <a:rPr lang="en-US" dirty="0"/>
              <a:t>Tables connect via keys, not physical pointers or file links.</a:t>
            </a:r>
          </a:p>
          <a:p>
            <a:r>
              <a:rPr lang="en-US" dirty="0"/>
              <a:t>Reduces data redundancy by separating data into logical entities.</a:t>
            </a:r>
          </a:p>
          <a:p>
            <a:r>
              <a:rPr lang="en-US" dirty="0"/>
              <a:t>Supports flexible querying across multiple connected tables.</a:t>
            </a:r>
          </a:p>
          <a:p>
            <a:r>
              <a:rPr lang="en-US" dirty="0"/>
              <a:t>Improves data integrity through enforced rules and constraints.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Rows, and Columns</a:t>
            </a:r>
          </a:p>
        </p:txBody>
      </p:sp>
      <p:sp>
        <p:nvSpPr>
          <p:cNvPr id="3" name="Content Placeholder 2"/>
          <p:cNvSpPr>
            <a:spLocks noGrp="1"/>
          </p:cNvSpPr>
          <p:nvPr>
            <p:ph idx="1"/>
          </p:nvPr>
        </p:nvSpPr>
        <p:spPr/>
        <p:txBody>
          <a:bodyPr/>
          <a:lstStyle/>
          <a:p>
            <a:r>
              <a:rPr lang="en-US" dirty="0"/>
              <a:t>A table organizes data into a structured grid of rows and columns.</a:t>
            </a:r>
          </a:p>
          <a:p>
            <a:r>
              <a:rPr lang="en-US" dirty="0"/>
              <a:t>Each row represents one complete record of a specific entity.</a:t>
            </a:r>
          </a:p>
          <a:p>
            <a:r>
              <a:rPr lang="en-US" dirty="0"/>
              <a:t>Each column represents one attribute shared by all records.</a:t>
            </a:r>
          </a:p>
          <a:p>
            <a:r>
              <a:rPr lang="en-US" dirty="0"/>
              <a:t>A cell holds a single data value at a row-column intersection.</a:t>
            </a:r>
          </a:p>
          <a:p>
            <a:r>
              <a:rPr lang="en-US" dirty="0"/>
              <a:t>All rows share the same column structure for consistency.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Keys and Identifiers</a:t>
            </a:r>
          </a:p>
        </p:txBody>
      </p:sp>
      <p:sp>
        <p:nvSpPr>
          <p:cNvPr id="3" name="Content Placeholder 2"/>
          <p:cNvSpPr>
            <a:spLocks noGrp="1"/>
          </p:cNvSpPr>
          <p:nvPr>
            <p:ph idx="1"/>
          </p:nvPr>
        </p:nvSpPr>
        <p:spPr/>
        <p:txBody>
          <a:bodyPr/>
          <a:lstStyle/>
          <a:p>
            <a:r>
              <a:rPr lang="en-US" dirty="0"/>
              <a:t>A primary key uniquely identifies each record in a table.</a:t>
            </a:r>
          </a:p>
          <a:p>
            <a:r>
              <a:rPr lang="en-US" dirty="0"/>
              <a:t>Natural keys come from real-world data; surrogate keys are generated.</a:t>
            </a:r>
          </a:p>
          <a:p>
            <a:r>
              <a:rPr lang="en-US" dirty="0"/>
              <a:t>A foreign key references a primary key in another table.</a:t>
            </a:r>
          </a:p>
          <a:p>
            <a:r>
              <a:rPr lang="en-US" dirty="0"/>
              <a:t>Referential integrity ensures foreign keys always point to valid records.</a:t>
            </a:r>
          </a:p>
          <a:p>
            <a:r>
              <a:rPr lang="en-US" dirty="0"/>
              <a:t>Composite keys use multiple columns together as a unique identifier.</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Keys Link Data Across Tables</a:t>
            </a:r>
          </a:p>
        </p:txBody>
      </p:sp>
      <p:sp>
        <p:nvSpPr>
          <p:cNvPr id="3" name="Content Placeholder 2"/>
          <p:cNvSpPr>
            <a:spLocks noGrp="1"/>
          </p:cNvSpPr>
          <p:nvPr>
            <p:ph idx="1"/>
          </p:nvPr>
        </p:nvSpPr>
        <p:spPr/>
        <p:txBody>
          <a:bodyPr/>
          <a:lstStyle/>
          <a:p>
            <a:r>
              <a:rPr lang="en-US" dirty="0"/>
              <a:t>Foreign keys create navigable links between related tables.</a:t>
            </a:r>
          </a:p>
          <a:p>
            <a:r>
              <a:rPr lang="en-US" dirty="0"/>
              <a:t>A unique constraint enforces column distinctness beyond the primary key.</a:t>
            </a:r>
          </a:p>
          <a:p>
            <a:r>
              <a:rPr lang="en-US" dirty="0"/>
              <a:t>Keys enable SQL joins to combine data from multiple tables.</a:t>
            </a:r>
          </a:p>
          <a:p>
            <a:r>
              <a:rPr lang="en-US" dirty="0"/>
              <a:t>Without keys, relational databases lose their defining power.</a:t>
            </a:r>
          </a:p>
          <a:p>
            <a:r>
              <a:rPr lang="en-US" dirty="0"/>
              <a:t>Keys are the foundation of all multi-table query logic.</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Schemas</a:t>
            </a:r>
          </a:p>
        </p:txBody>
      </p:sp>
      <p:sp>
        <p:nvSpPr>
          <p:cNvPr id="3" name="Content Placeholder 2"/>
          <p:cNvSpPr>
            <a:spLocks noGrp="1"/>
          </p:cNvSpPr>
          <p:nvPr>
            <p:ph idx="1"/>
          </p:nvPr>
        </p:nvSpPr>
        <p:spPr/>
        <p:txBody>
          <a:bodyPr/>
          <a:lstStyle/>
          <a:p>
            <a:r>
              <a:rPr lang="en-US" dirty="0"/>
              <a:t>A schema is the formal blueprint of an entire database's structure.</a:t>
            </a:r>
          </a:p>
          <a:p>
            <a:r>
              <a:rPr lang="en-US" dirty="0"/>
              <a:t>It defines tables, columns, data types, and relationships.</a:t>
            </a:r>
          </a:p>
          <a:p>
            <a:r>
              <a:rPr lang="en-US" dirty="0"/>
              <a:t>Schema describes structure; a database instance holds actual data.</a:t>
            </a:r>
          </a:p>
          <a:p>
            <a:r>
              <a:rPr lang="en-US" dirty="0"/>
              <a:t>Schemas exist at conceptual, logical, and physical abstraction levels.</a:t>
            </a:r>
          </a:p>
          <a:p>
            <a:r>
              <a:rPr lang="en-US" dirty="0"/>
              <a:t>Entity-Relationship diagrams visually represent schema structure.</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 Schema Diagram</a:t>
            </a:r>
          </a:p>
        </p:txBody>
      </p:sp>
      <p:sp>
        <p:nvSpPr>
          <p:cNvPr id="3" name="Content Placeholder 2"/>
          <p:cNvSpPr>
            <a:spLocks noGrp="1"/>
          </p:cNvSpPr>
          <p:nvPr>
            <p:ph idx="1"/>
          </p:nvPr>
        </p:nvSpPr>
        <p:spPr/>
        <p:txBody>
          <a:bodyPr/>
          <a:lstStyle/>
          <a:p>
            <a:r>
              <a:rPr lang="en-US" dirty="0"/>
              <a:t>ERDs show tables as boxes with column names listed inside.</a:t>
            </a:r>
          </a:p>
          <a:p>
            <a:r>
              <a:rPr lang="en-US" dirty="0"/>
              <a:t>Lines between tables represent defined relationships.</a:t>
            </a:r>
          </a:p>
          <a:p>
            <a:r>
              <a:rPr lang="en-US" dirty="0"/>
              <a:t>Crow's foot notation indicates the cardinality of each relationship.</a:t>
            </a:r>
          </a:p>
          <a:p>
            <a:r>
              <a:rPr lang="en-US" dirty="0"/>
              <a:t>Primary keys are typically marked or underlined in diagrams.</a:t>
            </a:r>
          </a:p>
          <a:p>
            <a:r>
              <a:rPr lang="en-US" dirty="0"/>
              <a:t>Reviewing the schema is the essential first step before querying.</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 Between Tables</a:t>
            </a:r>
          </a:p>
        </p:txBody>
      </p:sp>
      <p:sp>
        <p:nvSpPr>
          <p:cNvPr id="3" name="Content Placeholder 2"/>
          <p:cNvSpPr>
            <a:spLocks noGrp="1"/>
          </p:cNvSpPr>
          <p:nvPr>
            <p:ph idx="1"/>
          </p:nvPr>
        </p:nvSpPr>
        <p:spPr/>
        <p:txBody>
          <a:bodyPr/>
          <a:lstStyle/>
          <a:p>
            <a:r>
              <a:rPr lang="en-US" dirty="0"/>
              <a:t>Relationships define how rows in different tables connect logically.</a:t>
            </a:r>
          </a:p>
          <a:p>
            <a:r>
              <a:rPr lang="en-US" dirty="0"/>
              <a:t>One-to-one: each row in Table A maps to one row in Table B.</a:t>
            </a:r>
          </a:p>
          <a:p>
            <a:r>
              <a:rPr lang="en-US" dirty="0"/>
              <a:t>One-to-many: one row in Table A links to many rows in Table B.</a:t>
            </a:r>
          </a:p>
          <a:p>
            <a:r>
              <a:rPr lang="en-US" dirty="0"/>
              <a:t>Many-to-many: multiple rows in each table relate to each other.</a:t>
            </a:r>
          </a:p>
          <a:p>
            <a:r>
              <a:rPr lang="en-US" dirty="0"/>
              <a:t>Junction tables resolve many-to-many relationships into manageable pairs.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Junction Tables and Many-to-Many Relationships</a:t>
            </a:r>
          </a:p>
        </p:txBody>
      </p:sp>
      <p:sp>
        <p:nvSpPr>
          <p:cNvPr id="3" name="Content Placeholder 2"/>
          <p:cNvSpPr>
            <a:spLocks noGrp="1"/>
          </p:cNvSpPr>
          <p:nvPr>
            <p:ph idx="1"/>
          </p:nvPr>
        </p:nvSpPr>
        <p:spPr/>
        <p:txBody>
          <a:bodyPr/>
          <a:lstStyle/>
          <a:p>
            <a:r>
              <a:rPr lang="en-US" dirty="0"/>
              <a:t>Many-to-many relationships require a junction table to function.</a:t>
            </a:r>
          </a:p>
          <a:p>
            <a:r>
              <a:rPr lang="en-US" dirty="0"/>
              <a:t>The junction table stores foreign key pairs from both related tables.</a:t>
            </a:r>
          </a:p>
          <a:p>
            <a:r>
              <a:rPr lang="en-US" dirty="0"/>
              <a:t>Example: Students and Courses linked by an Enrollments table.</a:t>
            </a:r>
          </a:p>
          <a:p>
            <a:r>
              <a:rPr lang="en-US" dirty="0"/>
              <a:t>Junction tables may include additional attributes about the relationship.</a:t>
            </a:r>
          </a:p>
          <a:p>
            <a:r>
              <a:rPr lang="en-US" dirty="0"/>
              <a:t>They translate complex relationships into manageable one-to-many links.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Foundations for SQL Querying</a:t>
            </a:r>
          </a:p>
        </p:txBody>
      </p:sp>
      <p:sp>
        <p:nvSpPr>
          <p:cNvPr id="3" name="Content Placeholder 2"/>
          <p:cNvSpPr>
            <a:spLocks noGrp="1"/>
          </p:cNvSpPr>
          <p:nvPr>
            <p:ph idx="1"/>
          </p:nvPr>
        </p:nvSpPr>
        <p:spPr/>
        <p:txBody>
          <a:bodyPr/>
          <a:lstStyle/>
          <a:p>
            <a:r>
              <a:rPr lang="en-US" dirty="0"/>
              <a:t>Understanding table structure is essential before writing any SQL.</a:t>
            </a:r>
          </a:p>
          <a:p>
            <a:r>
              <a:rPr lang="en-US" dirty="0"/>
              <a:t>Primary keys ensure each row can be precisely identified in queries.</a:t>
            </a:r>
          </a:p>
          <a:p>
            <a:r>
              <a:rPr lang="en-US" dirty="0"/>
              <a:t>Foreign keys enable SQL JOINs to link data across tables.</a:t>
            </a:r>
          </a:p>
          <a:p>
            <a:r>
              <a:rPr lang="en-US" dirty="0"/>
              <a:t>Relational databases store structured data that SQL is built for.</a:t>
            </a:r>
          </a:p>
          <a:p>
            <a:r>
              <a:rPr lang="en-US" dirty="0"/>
              <a:t>Relationship types directly determine how JOIN logic is structured.</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 Schema Before Writing Queries</a:t>
            </a:r>
          </a:p>
        </p:txBody>
      </p:sp>
      <p:sp>
        <p:nvSpPr>
          <p:cNvPr id="3" name="Content Placeholder 2"/>
          <p:cNvSpPr>
            <a:spLocks noGrp="1"/>
          </p:cNvSpPr>
          <p:nvPr>
            <p:ph idx="1"/>
          </p:nvPr>
        </p:nvSpPr>
        <p:spPr/>
        <p:txBody>
          <a:bodyPr/>
          <a:lstStyle/>
          <a:p>
            <a:r>
              <a:rPr lang="en-US" dirty="0"/>
              <a:t>Always review the schema before attempting to write SQL.</a:t>
            </a:r>
          </a:p>
          <a:p>
            <a:r>
              <a:rPr lang="en-US" dirty="0"/>
              <a:t>Identify which tables contain the data you need.</a:t>
            </a:r>
          </a:p>
          <a:p>
            <a:r>
              <a:rPr lang="en-US" dirty="0"/>
              <a:t>Trace foreign keys to understand how tables connect.</a:t>
            </a:r>
          </a:p>
          <a:p>
            <a:r>
              <a:rPr lang="en-US" dirty="0"/>
              <a:t>Note column data types to avoid type mismatch errors.</a:t>
            </a:r>
          </a:p>
          <a:p>
            <a:r>
              <a:rPr lang="en-US" dirty="0"/>
              <a:t>A schema review prevents logic errors and saves significant time.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Relational Databases Matter for Data Analysis</a:t>
            </a:r>
          </a:p>
        </p:txBody>
      </p:sp>
      <p:sp>
        <p:nvSpPr>
          <p:cNvPr id="3" name="Content Placeholder 2"/>
          <p:cNvSpPr>
            <a:spLocks noGrp="1"/>
          </p:cNvSpPr>
          <p:nvPr>
            <p:ph idx="1"/>
          </p:nvPr>
        </p:nvSpPr>
        <p:spPr/>
        <p:txBody>
          <a:bodyPr/>
          <a:lstStyle/>
          <a:p>
            <a:r>
              <a:rPr lang="en-US" dirty="0"/>
              <a:t>Relational databases power most enterprise data environments today.</a:t>
            </a:r>
          </a:p>
          <a:p>
            <a:r>
              <a:rPr lang="en-US" dirty="0"/>
              <a:t>SQL is the standard language for querying relational data.</a:t>
            </a:r>
          </a:p>
          <a:p>
            <a:r>
              <a:rPr lang="en-US" dirty="0"/>
              <a:t>Data integrity rules ensure analysis is based on reliable data.</a:t>
            </a:r>
          </a:p>
          <a:p>
            <a:r>
              <a:rPr lang="en-US" dirty="0"/>
              <a:t>Schemas make database structure transparent and auditable.</a:t>
            </a:r>
          </a:p>
          <a:p>
            <a:r>
              <a:rPr lang="en-US" dirty="0"/>
              <a:t>Understanding the relational model unlocks advanced analytical capability.</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Databases organize structured data for reliable, scalable access.</a:t>
            </a:r>
          </a:p>
          <a:p>
            <a:r>
              <a:rPr lang="en-US" dirty="0"/>
              <a:t>The relational model uses tables, rows, columns, and keys.</a:t>
            </a:r>
          </a:p>
          <a:p>
            <a:r>
              <a:rPr lang="en-US" dirty="0"/>
              <a:t>Primary and foreign keys enforce identity and link tables together.</a:t>
            </a:r>
          </a:p>
          <a:p>
            <a:r>
              <a:rPr lang="en-US" dirty="0"/>
              <a:t>Schemas define database structure; ERDs make them readable visually.</a:t>
            </a:r>
          </a:p>
          <a:p>
            <a:r>
              <a:rPr lang="en-US" dirty="0"/>
              <a:t>Relationship types and schemas are the foundation for SQL querying.</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Database Basics and Relational Data Concepts</dc:title>
  <dc:creator>PreseMaker</dc:creator>
  <cp:lastModifiedBy>PreseMaker</cp:lastModifiedBy>
  <dcterms:created xsi:type="dcterms:W3CDTF">2026-07-03T17:54:34Z</dcterms:created>
  <dcterms:modified xsi:type="dcterms:W3CDTF">2026-07-03T17:54:34Z</dcterms:modified>
</cp:coreProperties>
</file>